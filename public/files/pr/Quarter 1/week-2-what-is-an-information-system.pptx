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Default Extension="jpg" ContentType="image/jpg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</p:sldIdLst>
  <p:sldSz cx="7556500" cy="10693400"/>
  <p:notesSz cx="7556500" cy="106934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67213" y="3314954"/>
            <a:ext cx="6428422" cy="224561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134427" y="5988304"/>
            <a:ext cx="5293995" cy="2673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7F7F7F"/>
                </a:solidFill>
                <a:latin typeface="Times New Roman"/>
                <a:cs typeface="Times New Roman"/>
              </a:defRPr>
            </a:lvl1pPr>
          </a:lstStyle>
          <a:p>
            <a:pPr marL="38100">
              <a:lnSpc>
                <a:spcPts val="1410"/>
              </a:lnSpc>
            </a:pPr>
            <a:fld id="{81D60167-4931-47E6-BA6A-407CBD079E47}" type="slidenum">
              <a:rPr dirty="0">
                <a:solidFill>
                  <a:srgbClr val="000000"/>
                </a:solidFill>
              </a:rPr>
              <a:t>#</a:t>
            </a:fld>
            <a:r>
              <a:rPr dirty="0" spc="-5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| </a:t>
            </a:r>
            <a:r>
              <a:rPr dirty="0"/>
              <a:t>P a g </a:t>
            </a:r>
            <a:r>
              <a:rPr dirty="0" spc="-50"/>
              <a:t>e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7F7F7F"/>
                </a:solidFill>
                <a:latin typeface="Times New Roman"/>
                <a:cs typeface="Times New Roman"/>
              </a:defRPr>
            </a:lvl1pPr>
          </a:lstStyle>
          <a:p>
            <a:pPr marL="38100">
              <a:lnSpc>
                <a:spcPts val="1410"/>
              </a:lnSpc>
            </a:pPr>
            <a:fld id="{81D60167-4931-47E6-BA6A-407CBD079E47}" type="slidenum">
              <a:rPr dirty="0">
                <a:solidFill>
                  <a:srgbClr val="000000"/>
                </a:solidFill>
              </a:rPr>
              <a:t>#</a:t>
            </a:fld>
            <a:r>
              <a:rPr dirty="0" spc="-5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| </a:t>
            </a:r>
            <a:r>
              <a:rPr dirty="0"/>
              <a:t>P a g </a:t>
            </a:r>
            <a:r>
              <a:rPr dirty="0" spc="-50"/>
              <a:t>e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378142" y="2459482"/>
            <a:ext cx="3289839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3894867" y="2459482"/>
            <a:ext cx="3289839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7F7F7F"/>
                </a:solidFill>
                <a:latin typeface="Times New Roman"/>
                <a:cs typeface="Times New Roman"/>
              </a:defRPr>
            </a:lvl1pPr>
          </a:lstStyle>
          <a:p>
            <a:pPr marL="38100">
              <a:lnSpc>
                <a:spcPts val="1410"/>
              </a:lnSpc>
            </a:pPr>
            <a:fld id="{81D60167-4931-47E6-BA6A-407CBD079E47}" type="slidenum">
              <a:rPr dirty="0">
                <a:solidFill>
                  <a:srgbClr val="000000"/>
                </a:solidFill>
              </a:rPr>
              <a:t>#</a:t>
            </a:fld>
            <a:r>
              <a:rPr dirty="0" spc="-5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| </a:t>
            </a:r>
            <a:r>
              <a:rPr dirty="0"/>
              <a:t>P a g </a:t>
            </a:r>
            <a:r>
              <a:rPr dirty="0" spc="-50"/>
              <a:t>e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7F7F7F"/>
                </a:solidFill>
                <a:latin typeface="Times New Roman"/>
                <a:cs typeface="Times New Roman"/>
              </a:defRPr>
            </a:lvl1pPr>
          </a:lstStyle>
          <a:p>
            <a:pPr marL="38100">
              <a:lnSpc>
                <a:spcPts val="1410"/>
              </a:lnSpc>
            </a:pPr>
            <a:fld id="{81D60167-4931-47E6-BA6A-407CBD079E47}" type="slidenum">
              <a:rPr dirty="0">
                <a:solidFill>
                  <a:srgbClr val="000000"/>
                </a:solidFill>
              </a:rPr>
              <a:t>#</a:t>
            </a:fld>
            <a:r>
              <a:rPr dirty="0" spc="-5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| </a:t>
            </a:r>
            <a:r>
              <a:rPr dirty="0"/>
              <a:t>P a g </a:t>
            </a:r>
            <a:r>
              <a:rPr dirty="0" spc="-50"/>
              <a:t>e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7F7F7F"/>
                </a:solidFill>
                <a:latin typeface="Times New Roman"/>
                <a:cs typeface="Times New Roman"/>
              </a:defRPr>
            </a:lvl1pPr>
          </a:lstStyle>
          <a:p>
            <a:pPr marL="38100">
              <a:lnSpc>
                <a:spcPts val="1410"/>
              </a:lnSpc>
            </a:pPr>
            <a:fld id="{81D60167-4931-47E6-BA6A-407CBD079E47}" type="slidenum">
              <a:rPr dirty="0">
                <a:solidFill>
                  <a:srgbClr val="000000"/>
                </a:solidFill>
              </a:rPr>
              <a:t>#</a:t>
            </a:fld>
            <a:r>
              <a:rPr dirty="0" spc="-5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| </a:t>
            </a:r>
            <a:r>
              <a:rPr dirty="0"/>
              <a:t>P a g </a:t>
            </a:r>
            <a:r>
              <a:rPr dirty="0" spc="-50"/>
              <a:t>e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622080" y="9921904"/>
            <a:ext cx="6316345" cy="0"/>
          </a:xfrm>
          <a:custGeom>
            <a:avLst/>
            <a:gdLst/>
            <a:ahLst/>
            <a:cxnLst/>
            <a:rect l="l" t="t" r="r" b="b"/>
            <a:pathLst>
              <a:path w="6316345" h="0">
                <a:moveTo>
                  <a:pt x="0" y="0"/>
                </a:moveTo>
                <a:lnTo>
                  <a:pt x="6316145" y="0"/>
                </a:lnTo>
              </a:path>
            </a:pathLst>
          </a:custGeom>
          <a:ln w="6349">
            <a:solidFill>
              <a:srgbClr val="D8D8D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8142" y="427736"/>
            <a:ext cx="6806565" cy="17109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8142" y="2459482"/>
            <a:ext cx="6806565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2571369" y="9944862"/>
            <a:ext cx="2420112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378142" y="9944862"/>
            <a:ext cx="1739455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6250584" y="9934729"/>
            <a:ext cx="644525" cy="19430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7F7F7F"/>
                </a:solidFill>
                <a:latin typeface="Times New Roman"/>
                <a:cs typeface="Times New Roman"/>
              </a:defRPr>
            </a:lvl1pPr>
          </a:lstStyle>
          <a:p>
            <a:pPr marL="38100">
              <a:lnSpc>
                <a:spcPts val="1410"/>
              </a:lnSpc>
            </a:pPr>
            <a:fld id="{81D60167-4931-47E6-BA6A-407CBD079E47}" type="slidenum">
              <a:rPr dirty="0">
                <a:solidFill>
                  <a:srgbClr val="000000"/>
                </a:solidFill>
              </a:rPr>
              <a:t>#</a:t>
            </a:fld>
            <a:r>
              <a:rPr dirty="0" spc="-5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| </a:t>
            </a:r>
            <a:r>
              <a:rPr dirty="0"/>
              <a:t>P a g </a:t>
            </a:r>
            <a:r>
              <a:rPr dirty="0" spc="-50"/>
              <a:t>e</a:t>
            </a:r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jp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hyperlink" Target="https://bus206.pressbooks.com/chapter/chapter-1/" TargetMode="External"/><Relationship Id="rId3" Type="http://schemas.openxmlformats.org/officeDocument/2006/relationships/hyperlink" Target="http://ecoursesonline.iasri.res.in/mod/resource/view.php?id=89818" TargetMode="External"/><Relationship Id="rId4" Type="http://schemas.openxmlformats.org/officeDocument/2006/relationships/hyperlink" Target="https://corporatefinanceinstitute.com/resources/knowledge/other/decision-support-system-dss/" TargetMode="External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18200" y="358669"/>
            <a:ext cx="5981637" cy="1531148"/>
          </a:xfrm>
          <a:prstGeom prst="rect">
            <a:avLst/>
          </a:prstGeom>
        </p:spPr>
      </p:pic>
      <p:sp>
        <p:nvSpPr>
          <p:cNvPr id="3" name="object 3" descr=""/>
          <p:cNvSpPr txBox="1"/>
          <p:nvPr/>
        </p:nvSpPr>
        <p:spPr>
          <a:xfrm>
            <a:off x="3740238" y="606044"/>
            <a:ext cx="124460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50" b="1">
                <a:latin typeface="Times New Roman"/>
                <a:cs typeface="Times New Roman"/>
              </a:rPr>
              <a:t>b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8" name="object 8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410"/>
              </a:lnSpc>
            </a:pPr>
            <a:fld id="{81D60167-4931-47E6-BA6A-407CBD079E47}" type="slidenum">
              <a:rPr dirty="0">
                <a:solidFill>
                  <a:srgbClr val="000000"/>
                </a:solidFill>
              </a:rPr>
              <a:t>1</a:t>
            </a:fld>
            <a:r>
              <a:rPr dirty="0" spc="-5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| </a:t>
            </a:r>
            <a:r>
              <a:rPr dirty="0"/>
              <a:t>P a g </a:t>
            </a:r>
            <a:r>
              <a:rPr dirty="0" spc="-50"/>
              <a:t>e</a:t>
            </a:r>
          </a:p>
        </p:txBody>
      </p:sp>
      <p:sp>
        <p:nvSpPr>
          <p:cNvPr id="4" name="object 4" descr=""/>
          <p:cNvSpPr txBox="1"/>
          <p:nvPr/>
        </p:nvSpPr>
        <p:spPr>
          <a:xfrm>
            <a:off x="2145960" y="1832760"/>
            <a:ext cx="3267075" cy="7651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>
              <a:lnSpc>
                <a:spcPts val="1650"/>
              </a:lnSpc>
              <a:spcBef>
                <a:spcPts val="100"/>
              </a:spcBef>
            </a:pPr>
            <a:r>
              <a:rPr dirty="0" sz="1400" spc="-10" b="1">
                <a:latin typeface="Times New Roman"/>
                <a:cs typeface="Times New Roman"/>
              </a:rPr>
              <a:t>LEARNING</a:t>
            </a:r>
            <a:r>
              <a:rPr dirty="0" sz="1400" spc="-20" b="1">
                <a:latin typeface="Times New Roman"/>
                <a:cs typeface="Times New Roman"/>
              </a:rPr>
              <a:t> </a:t>
            </a:r>
            <a:r>
              <a:rPr dirty="0" sz="1400" spc="-10" b="1">
                <a:latin typeface="Times New Roman"/>
                <a:cs typeface="Times New Roman"/>
              </a:rPr>
              <a:t>ACTIVITY</a:t>
            </a:r>
            <a:r>
              <a:rPr dirty="0" sz="1400" spc="-20" b="1">
                <a:latin typeface="Times New Roman"/>
                <a:cs typeface="Times New Roman"/>
              </a:rPr>
              <a:t> </a:t>
            </a:r>
            <a:r>
              <a:rPr dirty="0" sz="1400" spc="-10" b="1">
                <a:latin typeface="Times New Roman"/>
                <a:cs typeface="Times New Roman"/>
              </a:rPr>
              <a:t>SHEET</a:t>
            </a:r>
            <a:endParaRPr sz="1400">
              <a:latin typeface="Times New Roman"/>
              <a:cs typeface="Times New Roman"/>
            </a:endParaRPr>
          </a:p>
          <a:p>
            <a:pPr algn="ctr" marL="12065" marR="5080">
              <a:lnSpc>
                <a:spcPts val="1380"/>
              </a:lnSpc>
              <a:spcBef>
                <a:spcPts val="65"/>
              </a:spcBef>
            </a:pPr>
            <a:r>
              <a:rPr dirty="0" sz="1200" b="1">
                <a:latin typeface="Times New Roman"/>
                <a:cs typeface="Times New Roman"/>
              </a:rPr>
              <a:t>SPECIAL</a:t>
            </a:r>
            <a:r>
              <a:rPr dirty="0" sz="1200" spc="-15" b="1">
                <a:latin typeface="Times New Roman"/>
                <a:cs typeface="Times New Roman"/>
              </a:rPr>
              <a:t> </a:t>
            </a:r>
            <a:r>
              <a:rPr dirty="0" sz="1200" spc="-10" b="1">
                <a:latin typeface="Times New Roman"/>
                <a:cs typeface="Times New Roman"/>
              </a:rPr>
              <a:t>PROGRAM</a:t>
            </a:r>
            <a:r>
              <a:rPr dirty="0" sz="1200" spc="-15" b="1">
                <a:latin typeface="Times New Roman"/>
                <a:cs typeface="Times New Roman"/>
              </a:rPr>
              <a:t> </a:t>
            </a:r>
            <a:r>
              <a:rPr dirty="0" sz="1200" b="1">
                <a:latin typeface="Times New Roman"/>
                <a:cs typeface="Times New Roman"/>
              </a:rPr>
              <a:t>IN</a:t>
            </a:r>
            <a:r>
              <a:rPr dirty="0" sz="1200" spc="-10" b="1">
                <a:latin typeface="Times New Roman"/>
                <a:cs typeface="Times New Roman"/>
              </a:rPr>
              <a:t> </a:t>
            </a:r>
            <a:r>
              <a:rPr dirty="0" sz="1200" b="1">
                <a:latin typeface="Times New Roman"/>
                <a:cs typeface="Times New Roman"/>
              </a:rPr>
              <a:t>ICT</a:t>
            </a:r>
            <a:r>
              <a:rPr dirty="0" sz="1200" spc="-15" b="1">
                <a:latin typeface="Times New Roman"/>
                <a:cs typeface="Times New Roman"/>
              </a:rPr>
              <a:t> </a:t>
            </a:r>
            <a:r>
              <a:rPr dirty="0" sz="1200" spc="-25" b="1">
                <a:latin typeface="Times New Roman"/>
                <a:cs typeface="Times New Roman"/>
              </a:rPr>
              <a:t>10 </a:t>
            </a:r>
            <a:r>
              <a:rPr dirty="0" sz="1200" b="1">
                <a:latin typeface="Times New Roman"/>
                <a:cs typeface="Times New Roman"/>
              </a:rPr>
              <a:t>INFORMATION</a:t>
            </a:r>
            <a:r>
              <a:rPr dirty="0" sz="1200" spc="-35" b="1">
                <a:latin typeface="Times New Roman"/>
                <a:cs typeface="Times New Roman"/>
              </a:rPr>
              <a:t> </a:t>
            </a:r>
            <a:r>
              <a:rPr dirty="0" sz="1200" b="1">
                <a:latin typeface="Times New Roman"/>
                <a:cs typeface="Times New Roman"/>
              </a:rPr>
              <a:t>SYSTEM</a:t>
            </a:r>
            <a:r>
              <a:rPr dirty="0" sz="1200" spc="-30" b="1">
                <a:latin typeface="Times New Roman"/>
                <a:cs typeface="Times New Roman"/>
              </a:rPr>
              <a:t> </a:t>
            </a:r>
            <a:r>
              <a:rPr dirty="0" sz="1200" b="1">
                <a:latin typeface="Times New Roman"/>
                <a:cs typeface="Times New Roman"/>
              </a:rPr>
              <a:t>AND</a:t>
            </a:r>
            <a:r>
              <a:rPr dirty="0" sz="1200" spc="-30" b="1">
                <a:latin typeface="Times New Roman"/>
                <a:cs typeface="Times New Roman"/>
              </a:rPr>
              <a:t> </a:t>
            </a:r>
            <a:r>
              <a:rPr dirty="0" sz="1200" b="1">
                <a:latin typeface="Times New Roman"/>
                <a:cs typeface="Times New Roman"/>
              </a:rPr>
              <a:t>RESEARCH</a:t>
            </a:r>
            <a:r>
              <a:rPr dirty="0" sz="1200" spc="-35" b="1">
                <a:latin typeface="Times New Roman"/>
                <a:cs typeface="Times New Roman"/>
              </a:rPr>
              <a:t> 10</a:t>
            </a:r>
            <a:endParaRPr sz="1200">
              <a:latin typeface="Times New Roman"/>
              <a:cs typeface="Times New Roman"/>
            </a:endParaRPr>
          </a:p>
          <a:p>
            <a:pPr algn="ctr" marL="635">
              <a:lnSpc>
                <a:spcPts val="1345"/>
              </a:lnSpc>
            </a:pPr>
            <a:r>
              <a:rPr dirty="0" sz="1200" i="1">
                <a:latin typeface="Times New Roman"/>
                <a:cs typeface="Times New Roman"/>
              </a:rPr>
              <a:t>Third</a:t>
            </a:r>
            <a:r>
              <a:rPr dirty="0" sz="1200" spc="-30" i="1">
                <a:latin typeface="Times New Roman"/>
                <a:cs typeface="Times New Roman"/>
              </a:rPr>
              <a:t> </a:t>
            </a:r>
            <a:r>
              <a:rPr dirty="0" sz="1200" i="1">
                <a:latin typeface="Times New Roman"/>
                <a:cs typeface="Times New Roman"/>
              </a:rPr>
              <a:t>Quarter,</a:t>
            </a:r>
            <a:r>
              <a:rPr dirty="0" sz="1200" spc="-35" i="1">
                <a:latin typeface="Times New Roman"/>
                <a:cs typeface="Times New Roman"/>
              </a:rPr>
              <a:t> </a:t>
            </a:r>
            <a:r>
              <a:rPr dirty="0" sz="1200" i="1">
                <a:latin typeface="Times New Roman"/>
                <a:cs typeface="Times New Roman"/>
              </a:rPr>
              <a:t>Week</a:t>
            </a:r>
            <a:r>
              <a:rPr dirty="0" sz="1200" spc="-30" i="1">
                <a:latin typeface="Times New Roman"/>
                <a:cs typeface="Times New Roman"/>
              </a:rPr>
              <a:t> </a:t>
            </a:r>
            <a:r>
              <a:rPr dirty="0" sz="1200" spc="-50" i="1">
                <a:latin typeface="Times New Roman"/>
                <a:cs typeface="Times New Roman"/>
              </a:rPr>
              <a:t>2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627380" y="2915124"/>
            <a:ext cx="422910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215765" algn="l"/>
              </a:tabLst>
            </a:pPr>
            <a:r>
              <a:rPr dirty="0" sz="1200">
                <a:latin typeface="Times New Roman"/>
                <a:cs typeface="Times New Roman"/>
              </a:rPr>
              <a:t>Name of Learner: </a:t>
            </a:r>
            <a:r>
              <a:rPr dirty="0" u="sng" sz="120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	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5198780" y="2915124"/>
            <a:ext cx="138112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367790" algn="l"/>
              </a:tabLst>
            </a:pPr>
            <a:r>
              <a:rPr dirty="0" sz="1200" spc="-10">
                <a:latin typeface="Times New Roman"/>
                <a:cs typeface="Times New Roman"/>
              </a:rPr>
              <a:t>Date:</a:t>
            </a:r>
            <a:r>
              <a:rPr dirty="0" u="sng" sz="120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	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627373" y="3265614"/>
            <a:ext cx="6304280" cy="63861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2700">
              <a:lnSpc>
                <a:spcPct val="100000"/>
              </a:lnSpc>
              <a:spcBef>
                <a:spcPts val="100"/>
              </a:spcBef>
              <a:tabLst>
                <a:tab pos="3402329" algn="l"/>
              </a:tabLst>
            </a:pPr>
            <a:r>
              <a:rPr dirty="0" sz="1200">
                <a:latin typeface="Times New Roman"/>
                <a:cs typeface="Times New Roman"/>
              </a:rPr>
              <a:t>Grade Level /Section: </a:t>
            </a:r>
            <a:r>
              <a:rPr dirty="0" u="sng" sz="120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	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80"/>
              </a:spcBef>
            </a:pPr>
            <a:endParaRPr sz="12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</a:pPr>
            <a:r>
              <a:rPr dirty="0" sz="1600" b="1">
                <a:latin typeface="Times New Roman"/>
                <a:cs typeface="Times New Roman"/>
              </a:rPr>
              <a:t>WHAT</a:t>
            </a:r>
            <a:r>
              <a:rPr dirty="0" sz="1600" spc="-30" b="1">
                <a:latin typeface="Times New Roman"/>
                <a:cs typeface="Times New Roman"/>
              </a:rPr>
              <a:t> </a:t>
            </a:r>
            <a:r>
              <a:rPr dirty="0" sz="1600" b="1">
                <a:latin typeface="Times New Roman"/>
                <a:cs typeface="Times New Roman"/>
              </a:rPr>
              <a:t>IS</a:t>
            </a:r>
            <a:r>
              <a:rPr dirty="0" sz="1600" spc="-25" b="1">
                <a:latin typeface="Times New Roman"/>
                <a:cs typeface="Times New Roman"/>
              </a:rPr>
              <a:t> </a:t>
            </a:r>
            <a:r>
              <a:rPr dirty="0" sz="1600" b="1">
                <a:latin typeface="Times New Roman"/>
                <a:cs typeface="Times New Roman"/>
              </a:rPr>
              <a:t>AN</a:t>
            </a:r>
            <a:r>
              <a:rPr dirty="0" sz="1600" spc="-25" b="1">
                <a:latin typeface="Times New Roman"/>
                <a:cs typeface="Times New Roman"/>
              </a:rPr>
              <a:t> </a:t>
            </a:r>
            <a:r>
              <a:rPr dirty="0" sz="1600" b="1">
                <a:latin typeface="Times New Roman"/>
                <a:cs typeface="Times New Roman"/>
              </a:rPr>
              <a:t>INFORMATION</a:t>
            </a:r>
            <a:r>
              <a:rPr dirty="0" sz="1600" spc="-25" b="1">
                <a:latin typeface="Times New Roman"/>
                <a:cs typeface="Times New Roman"/>
              </a:rPr>
              <a:t> </a:t>
            </a:r>
            <a:r>
              <a:rPr dirty="0" sz="1600" spc="-10" b="1">
                <a:latin typeface="Times New Roman"/>
                <a:cs typeface="Times New Roman"/>
              </a:rPr>
              <a:t>SYSTEM?</a:t>
            </a:r>
            <a:endParaRPr sz="1600">
              <a:latin typeface="Times New Roman"/>
              <a:cs typeface="Times New Roman"/>
            </a:endParaRPr>
          </a:p>
          <a:p>
            <a:pPr algn="just" marL="12700">
              <a:lnSpc>
                <a:spcPct val="100000"/>
              </a:lnSpc>
              <a:spcBef>
                <a:spcPts val="1535"/>
              </a:spcBef>
            </a:pPr>
            <a:r>
              <a:rPr dirty="0" sz="1500" b="1">
                <a:latin typeface="Times New Roman"/>
                <a:cs typeface="Times New Roman"/>
              </a:rPr>
              <a:t>BACKGROUND</a:t>
            </a:r>
            <a:r>
              <a:rPr dirty="0" sz="1500" spc="-35" b="1">
                <a:latin typeface="Times New Roman"/>
                <a:cs typeface="Times New Roman"/>
              </a:rPr>
              <a:t> </a:t>
            </a:r>
            <a:r>
              <a:rPr dirty="0" sz="1500" spc="-10" b="1">
                <a:latin typeface="Times New Roman"/>
                <a:cs typeface="Times New Roman"/>
              </a:rPr>
              <a:t>INFORMATION</a:t>
            </a:r>
            <a:r>
              <a:rPr dirty="0" sz="1500" spc="-35" b="1">
                <a:latin typeface="Times New Roman"/>
                <a:cs typeface="Times New Roman"/>
              </a:rPr>
              <a:t> </a:t>
            </a:r>
            <a:r>
              <a:rPr dirty="0" sz="1500" b="1">
                <a:latin typeface="Times New Roman"/>
                <a:cs typeface="Times New Roman"/>
              </a:rPr>
              <a:t>FOR</a:t>
            </a:r>
            <a:r>
              <a:rPr dirty="0" sz="1500" spc="-30" b="1">
                <a:latin typeface="Times New Roman"/>
                <a:cs typeface="Times New Roman"/>
              </a:rPr>
              <a:t> </a:t>
            </a:r>
            <a:r>
              <a:rPr dirty="0" sz="1500" spc="-10" b="1">
                <a:latin typeface="Times New Roman"/>
                <a:cs typeface="Times New Roman"/>
              </a:rPr>
              <a:t>LEARNERS</a:t>
            </a:r>
            <a:endParaRPr sz="1500">
              <a:latin typeface="Times New Roman"/>
              <a:cs typeface="Times New Roman"/>
            </a:endParaRPr>
          </a:p>
          <a:p>
            <a:pPr algn="just" marL="12700">
              <a:lnSpc>
                <a:spcPct val="100000"/>
              </a:lnSpc>
              <a:spcBef>
                <a:spcPts val="865"/>
              </a:spcBef>
            </a:pPr>
            <a:r>
              <a:rPr dirty="0" sz="1200">
                <a:latin typeface="Times New Roman"/>
                <a:cs typeface="Times New Roman"/>
              </a:rPr>
              <a:t>Defining</a:t>
            </a:r>
            <a:r>
              <a:rPr dirty="0" sz="1200" spc="-1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Information</a:t>
            </a:r>
            <a:r>
              <a:rPr dirty="0" sz="1200" spc="-1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System:</a:t>
            </a:r>
            <a:endParaRPr sz="1200">
              <a:latin typeface="Times New Roman"/>
              <a:cs typeface="Times New Roman"/>
            </a:endParaRPr>
          </a:p>
          <a:p>
            <a:pPr algn="just" marL="469900" marR="7620" indent="-228600">
              <a:lnSpc>
                <a:spcPct val="110200"/>
              </a:lnSpc>
              <a:buFont typeface="Arial"/>
              <a:buChar char="•"/>
              <a:tabLst>
                <a:tab pos="469900" algn="l"/>
                <a:tab pos="471170" algn="l"/>
              </a:tabLst>
            </a:pPr>
            <a:r>
              <a:rPr dirty="0" sz="1200">
                <a:latin typeface="Times New Roman"/>
                <a:cs typeface="Times New Roman"/>
              </a:rPr>
              <a:t>	“Information</a:t>
            </a:r>
            <a:r>
              <a:rPr dirty="0" sz="1200" spc="114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system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is</a:t>
            </a:r>
            <a:r>
              <a:rPr dirty="0" sz="1200" spc="1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the</a:t>
            </a:r>
            <a:r>
              <a:rPr dirty="0" sz="1200" spc="1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study</a:t>
            </a:r>
            <a:r>
              <a:rPr dirty="0" sz="1200" spc="1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of</a:t>
            </a:r>
            <a:r>
              <a:rPr dirty="0" sz="1200" spc="1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complementary</a:t>
            </a:r>
            <a:r>
              <a:rPr dirty="0" sz="1200" spc="1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networks</a:t>
            </a:r>
            <a:r>
              <a:rPr dirty="0" sz="1200" spc="1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of</a:t>
            </a:r>
            <a:r>
              <a:rPr dirty="0" sz="1200" spc="1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hardware</a:t>
            </a:r>
            <a:r>
              <a:rPr dirty="0" sz="1200" spc="1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and</a:t>
            </a:r>
            <a:r>
              <a:rPr dirty="0" sz="1200" spc="1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software</a:t>
            </a:r>
            <a:r>
              <a:rPr dirty="0" sz="1200" spc="120">
                <a:latin typeface="Times New Roman"/>
                <a:cs typeface="Times New Roman"/>
              </a:rPr>
              <a:t> </a:t>
            </a:r>
            <a:r>
              <a:rPr dirty="0" sz="1200" spc="-20">
                <a:latin typeface="Times New Roman"/>
                <a:cs typeface="Times New Roman"/>
              </a:rPr>
              <a:t>that </a:t>
            </a:r>
            <a:r>
              <a:rPr dirty="0" sz="1200">
                <a:latin typeface="Times New Roman"/>
                <a:cs typeface="Times New Roman"/>
              </a:rPr>
              <a:t>people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and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organizations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use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to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collect,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filter,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process,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create,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and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distribute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data.”</a:t>
            </a:r>
            <a:endParaRPr sz="1200">
              <a:latin typeface="Times New Roman"/>
              <a:cs typeface="Times New Roman"/>
            </a:endParaRPr>
          </a:p>
          <a:p>
            <a:pPr algn="just" marL="469900" marR="7620" indent="-228600">
              <a:lnSpc>
                <a:spcPct val="110200"/>
              </a:lnSpc>
              <a:buFont typeface="Arial"/>
              <a:buChar char="•"/>
              <a:tabLst>
                <a:tab pos="469900" algn="l"/>
                <a:tab pos="471170" algn="l"/>
              </a:tabLst>
            </a:pPr>
            <a:r>
              <a:rPr dirty="0" sz="1200">
                <a:latin typeface="Times New Roman"/>
                <a:cs typeface="Times New Roman"/>
              </a:rPr>
              <a:t>	“Information</a:t>
            </a:r>
            <a:r>
              <a:rPr dirty="0" sz="1200" spc="4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systems</a:t>
            </a:r>
            <a:r>
              <a:rPr dirty="0" sz="1200" spc="4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are</a:t>
            </a:r>
            <a:r>
              <a:rPr dirty="0" sz="1200" spc="4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combinations</a:t>
            </a:r>
            <a:r>
              <a:rPr dirty="0" sz="1200" spc="4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of</a:t>
            </a:r>
            <a:r>
              <a:rPr dirty="0" sz="1200" spc="4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hardware,</a:t>
            </a:r>
            <a:r>
              <a:rPr dirty="0" sz="1200" spc="4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software,</a:t>
            </a:r>
            <a:r>
              <a:rPr dirty="0" sz="1200" spc="4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and</a:t>
            </a:r>
            <a:r>
              <a:rPr dirty="0" sz="1200" spc="430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telecommunications </a:t>
            </a:r>
            <a:r>
              <a:rPr dirty="0" sz="1200">
                <a:latin typeface="Times New Roman"/>
                <a:cs typeface="Times New Roman"/>
              </a:rPr>
              <a:t>networks</a:t>
            </a:r>
            <a:r>
              <a:rPr dirty="0" sz="1200" spc="114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that</a:t>
            </a:r>
            <a:r>
              <a:rPr dirty="0" sz="1200" spc="114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people</a:t>
            </a:r>
            <a:r>
              <a:rPr dirty="0" sz="1200" spc="1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build</a:t>
            </a:r>
            <a:r>
              <a:rPr dirty="0" sz="1200" spc="114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and</a:t>
            </a:r>
            <a:r>
              <a:rPr dirty="0" sz="1200" spc="114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use</a:t>
            </a:r>
            <a:r>
              <a:rPr dirty="0" sz="1200" spc="1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to</a:t>
            </a:r>
            <a:r>
              <a:rPr dirty="0" sz="1200" spc="114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collect,</a:t>
            </a:r>
            <a:r>
              <a:rPr dirty="0" sz="1200" spc="114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create,</a:t>
            </a:r>
            <a:r>
              <a:rPr dirty="0" sz="1200" spc="1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and</a:t>
            </a:r>
            <a:r>
              <a:rPr dirty="0" sz="1200" spc="114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distribute</a:t>
            </a:r>
            <a:r>
              <a:rPr dirty="0" sz="1200" spc="114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useful</a:t>
            </a:r>
            <a:r>
              <a:rPr dirty="0" sz="1200" spc="1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data,</a:t>
            </a:r>
            <a:r>
              <a:rPr dirty="0" sz="1200" spc="114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typically</a:t>
            </a:r>
            <a:r>
              <a:rPr dirty="0" sz="1200" spc="120">
                <a:latin typeface="Times New Roman"/>
                <a:cs typeface="Times New Roman"/>
              </a:rPr>
              <a:t> </a:t>
            </a:r>
            <a:r>
              <a:rPr dirty="0" sz="1200" spc="-25">
                <a:latin typeface="Times New Roman"/>
                <a:cs typeface="Times New Roman"/>
              </a:rPr>
              <a:t>in </a:t>
            </a:r>
            <a:r>
              <a:rPr dirty="0" sz="1200" spc="-10">
                <a:latin typeface="Times New Roman"/>
                <a:cs typeface="Times New Roman"/>
              </a:rPr>
              <a:t>organizational</a:t>
            </a:r>
            <a:r>
              <a:rPr dirty="0" sz="1200" spc="20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settings.”</a:t>
            </a:r>
            <a:endParaRPr sz="1200">
              <a:latin typeface="Times New Roman"/>
              <a:cs typeface="Times New Roman"/>
            </a:endParaRPr>
          </a:p>
          <a:p>
            <a:pPr algn="just" marL="469900" marR="6985" indent="-228600">
              <a:lnSpc>
                <a:spcPct val="110200"/>
              </a:lnSpc>
              <a:buFont typeface="Arial"/>
              <a:buChar char="•"/>
              <a:tabLst>
                <a:tab pos="469900" algn="l"/>
                <a:tab pos="471170" algn="l"/>
              </a:tabLst>
            </a:pPr>
            <a:r>
              <a:rPr dirty="0" sz="1200">
                <a:latin typeface="Times New Roman"/>
                <a:cs typeface="Times New Roman"/>
              </a:rPr>
              <a:t>	“Information</a:t>
            </a:r>
            <a:r>
              <a:rPr dirty="0" sz="1200" spc="6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systems</a:t>
            </a:r>
            <a:r>
              <a:rPr dirty="0" sz="1200" spc="6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are</a:t>
            </a:r>
            <a:r>
              <a:rPr dirty="0" sz="1200" spc="6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interrelated</a:t>
            </a:r>
            <a:r>
              <a:rPr dirty="0" sz="1200" spc="7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components</a:t>
            </a:r>
            <a:r>
              <a:rPr dirty="0" sz="1200" spc="6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working</a:t>
            </a:r>
            <a:r>
              <a:rPr dirty="0" sz="1200" spc="6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together</a:t>
            </a:r>
            <a:r>
              <a:rPr dirty="0" sz="1200" spc="7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to</a:t>
            </a:r>
            <a:r>
              <a:rPr dirty="0" sz="1200" spc="6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collect,</a:t>
            </a:r>
            <a:r>
              <a:rPr dirty="0" sz="1200" spc="6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process,</a:t>
            </a:r>
            <a:r>
              <a:rPr dirty="0" sz="1200" spc="70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store, </a:t>
            </a:r>
            <a:r>
              <a:rPr dirty="0" sz="1200">
                <a:latin typeface="Times New Roman"/>
                <a:cs typeface="Times New Roman"/>
              </a:rPr>
              <a:t>and</a:t>
            </a:r>
            <a:r>
              <a:rPr dirty="0" sz="1200" spc="8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disseminate</a:t>
            </a:r>
            <a:r>
              <a:rPr dirty="0" sz="1200" spc="9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information</a:t>
            </a:r>
            <a:r>
              <a:rPr dirty="0" sz="1200" spc="9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to</a:t>
            </a:r>
            <a:r>
              <a:rPr dirty="0" sz="1200" spc="9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support</a:t>
            </a:r>
            <a:r>
              <a:rPr dirty="0" sz="1200" spc="9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decision</a:t>
            </a:r>
            <a:r>
              <a:rPr dirty="0" sz="1200" spc="9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making,</a:t>
            </a:r>
            <a:r>
              <a:rPr dirty="0" sz="1200" spc="9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coordination,</a:t>
            </a:r>
            <a:r>
              <a:rPr dirty="0" sz="1200" spc="9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control,</a:t>
            </a:r>
            <a:r>
              <a:rPr dirty="0" sz="1200" spc="9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analysis,</a:t>
            </a:r>
            <a:r>
              <a:rPr dirty="0" sz="1200" spc="85">
                <a:latin typeface="Times New Roman"/>
                <a:cs typeface="Times New Roman"/>
              </a:rPr>
              <a:t> </a:t>
            </a:r>
            <a:r>
              <a:rPr dirty="0" sz="1200" spc="-25">
                <a:latin typeface="Times New Roman"/>
                <a:cs typeface="Times New Roman"/>
              </a:rPr>
              <a:t>and </a:t>
            </a:r>
            <a:r>
              <a:rPr dirty="0" sz="1200" spc="-10">
                <a:latin typeface="Times New Roman"/>
                <a:cs typeface="Times New Roman"/>
              </a:rPr>
              <a:t>visualization</a:t>
            </a:r>
            <a:r>
              <a:rPr dirty="0" sz="1200">
                <a:latin typeface="Times New Roman"/>
                <a:cs typeface="Times New Roman"/>
              </a:rPr>
              <a:t> in</a:t>
            </a:r>
            <a:r>
              <a:rPr dirty="0" sz="1200" spc="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an</a:t>
            </a:r>
            <a:r>
              <a:rPr dirty="0" sz="1200" spc="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organization.”</a:t>
            </a:r>
            <a:endParaRPr sz="1200">
              <a:latin typeface="Times New Roman"/>
              <a:cs typeface="Times New Roman"/>
            </a:endParaRPr>
          </a:p>
          <a:p>
            <a:pPr algn="just" marL="12700" marR="5080" indent="228600">
              <a:lnSpc>
                <a:spcPct val="110200"/>
              </a:lnSpc>
            </a:pPr>
            <a:r>
              <a:rPr dirty="0" sz="1200">
                <a:latin typeface="Times New Roman"/>
                <a:cs typeface="Times New Roman"/>
              </a:rPr>
              <a:t>As</a:t>
            </a:r>
            <a:r>
              <a:rPr dirty="0" sz="1200" spc="5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you</a:t>
            </a:r>
            <a:r>
              <a:rPr dirty="0" sz="1200" spc="5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can</a:t>
            </a:r>
            <a:r>
              <a:rPr dirty="0" sz="1200" spc="5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see,</a:t>
            </a:r>
            <a:r>
              <a:rPr dirty="0" sz="1200" spc="5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these</a:t>
            </a:r>
            <a:r>
              <a:rPr dirty="0" sz="1200" spc="5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definitions</a:t>
            </a:r>
            <a:r>
              <a:rPr dirty="0" sz="1200" spc="5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focus</a:t>
            </a:r>
            <a:r>
              <a:rPr dirty="0" sz="1200" spc="5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on</a:t>
            </a:r>
            <a:r>
              <a:rPr dirty="0" sz="1200" spc="5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two</a:t>
            </a:r>
            <a:r>
              <a:rPr dirty="0" sz="1200" spc="5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different</a:t>
            </a:r>
            <a:r>
              <a:rPr dirty="0" sz="1200" spc="5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ways</a:t>
            </a:r>
            <a:r>
              <a:rPr dirty="0" sz="1200" spc="5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of</a:t>
            </a:r>
            <a:r>
              <a:rPr dirty="0" sz="1200" spc="5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describing</a:t>
            </a:r>
            <a:r>
              <a:rPr dirty="0" sz="1200" spc="5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information</a:t>
            </a:r>
            <a:r>
              <a:rPr dirty="0" sz="1200" spc="50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systems: </a:t>
            </a:r>
            <a:r>
              <a:rPr dirty="0" sz="1200">
                <a:latin typeface="Times New Roman"/>
                <a:cs typeface="Times New Roman"/>
              </a:rPr>
              <a:t>the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 i="1">
                <a:latin typeface="Times New Roman"/>
                <a:cs typeface="Times New Roman"/>
              </a:rPr>
              <a:t>components</a:t>
            </a:r>
            <a:r>
              <a:rPr dirty="0" sz="1200" spc="-20" i="1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that</a:t>
            </a:r>
            <a:r>
              <a:rPr dirty="0" sz="1200" spc="15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make</a:t>
            </a:r>
            <a:r>
              <a:rPr dirty="0" sz="1200" spc="15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up</a:t>
            </a:r>
            <a:r>
              <a:rPr dirty="0" sz="1200" spc="15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an</a:t>
            </a:r>
            <a:r>
              <a:rPr dirty="0" sz="1200" spc="15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information</a:t>
            </a:r>
            <a:r>
              <a:rPr dirty="0" sz="1200" spc="15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system</a:t>
            </a:r>
            <a:r>
              <a:rPr dirty="0" sz="1200" spc="15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and</a:t>
            </a:r>
            <a:r>
              <a:rPr dirty="0" sz="1200" spc="15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the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 i="1">
                <a:latin typeface="Times New Roman"/>
                <a:cs typeface="Times New Roman"/>
              </a:rPr>
              <a:t>role</a:t>
            </a:r>
            <a:r>
              <a:rPr dirty="0" sz="1200" spc="-20" i="1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that</a:t>
            </a:r>
            <a:r>
              <a:rPr dirty="0" sz="1200" spc="15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those</a:t>
            </a:r>
            <a:r>
              <a:rPr dirty="0" sz="1200" spc="15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components</a:t>
            </a:r>
            <a:r>
              <a:rPr dirty="0" sz="1200" spc="15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play</a:t>
            </a:r>
            <a:r>
              <a:rPr dirty="0" sz="1200" spc="15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in</a:t>
            </a:r>
            <a:r>
              <a:rPr dirty="0" sz="1200" spc="150">
                <a:latin typeface="Times New Roman"/>
                <a:cs typeface="Times New Roman"/>
              </a:rPr>
              <a:t> </a:t>
            </a:r>
            <a:r>
              <a:rPr dirty="0" sz="1200" spc="-25">
                <a:latin typeface="Times New Roman"/>
                <a:cs typeface="Times New Roman"/>
              </a:rPr>
              <a:t>an </a:t>
            </a:r>
            <a:r>
              <a:rPr dirty="0" sz="1200" spc="-10">
                <a:latin typeface="Times New Roman"/>
                <a:cs typeface="Times New Roman"/>
              </a:rPr>
              <a:t>organization.</a:t>
            </a:r>
            <a:endParaRPr sz="1200">
              <a:latin typeface="Times New Roman"/>
              <a:cs typeface="Times New Roman"/>
            </a:endParaRPr>
          </a:p>
          <a:p>
            <a:pPr algn="just" marL="12700">
              <a:lnSpc>
                <a:spcPct val="100000"/>
              </a:lnSpc>
              <a:spcBef>
                <a:spcPts val="1180"/>
              </a:spcBef>
            </a:pPr>
            <a:r>
              <a:rPr dirty="0" sz="1200" b="1">
                <a:latin typeface="Times New Roman"/>
                <a:cs typeface="Times New Roman"/>
              </a:rPr>
              <a:t>Components</a:t>
            </a:r>
            <a:r>
              <a:rPr dirty="0" sz="1200" spc="-45" b="1">
                <a:latin typeface="Times New Roman"/>
                <a:cs typeface="Times New Roman"/>
              </a:rPr>
              <a:t> </a:t>
            </a:r>
            <a:r>
              <a:rPr dirty="0" sz="1200" b="1">
                <a:latin typeface="Times New Roman"/>
                <a:cs typeface="Times New Roman"/>
              </a:rPr>
              <a:t>of</a:t>
            </a:r>
            <a:r>
              <a:rPr dirty="0" sz="1200" spc="-30" b="1">
                <a:latin typeface="Times New Roman"/>
                <a:cs typeface="Times New Roman"/>
              </a:rPr>
              <a:t> </a:t>
            </a:r>
            <a:r>
              <a:rPr dirty="0" sz="1200" b="1">
                <a:latin typeface="Times New Roman"/>
                <a:cs typeface="Times New Roman"/>
              </a:rPr>
              <a:t>Information</a:t>
            </a:r>
            <a:r>
              <a:rPr dirty="0" sz="1200" spc="-30" b="1">
                <a:latin typeface="Times New Roman"/>
                <a:cs typeface="Times New Roman"/>
              </a:rPr>
              <a:t> </a:t>
            </a:r>
            <a:r>
              <a:rPr dirty="0" sz="1200" spc="-10" b="1">
                <a:latin typeface="Times New Roman"/>
                <a:cs typeface="Times New Roman"/>
              </a:rPr>
              <a:t>System</a:t>
            </a:r>
            <a:endParaRPr sz="1200">
              <a:latin typeface="Times New Roman"/>
              <a:cs typeface="Times New Roman"/>
            </a:endParaRPr>
          </a:p>
          <a:p>
            <a:pPr algn="just" marL="12700" marR="6350" indent="176530">
              <a:lnSpc>
                <a:spcPct val="110200"/>
              </a:lnSpc>
              <a:buAutoNum type="arabicPeriod"/>
              <a:tabLst>
                <a:tab pos="189230" algn="l"/>
              </a:tabLst>
            </a:pPr>
            <a:r>
              <a:rPr dirty="0" sz="1200" b="1">
                <a:latin typeface="Times New Roman"/>
                <a:cs typeface="Times New Roman"/>
              </a:rPr>
              <a:t>Hardware</a:t>
            </a:r>
            <a:r>
              <a:rPr dirty="0" sz="1200">
                <a:latin typeface="Times New Roman"/>
                <a:cs typeface="Times New Roman"/>
              </a:rPr>
              <a:t>-</a:t>
            </a:r>
            <a:r>
              <a:rPr dirty="0" sz="1200" spc="15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everything</a:t>
            </a:r>
            <a:r>
              <a:rPr dirty="0" sz="1200" spc="15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in</a:t>
            </a:r>
            <a:r>
              <a:rPr dirty="0" sz="1200" spc="15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the</a:t>
            </a:r>
            <a:r>
              <a:rPr dirty="0" sz="1200" spc="15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physical</a:t>
            </a:r>
            <a:r>
              <a:rPr dirty="0" sz="1200" spc="15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layer</a:t>
            </a:r>
            <a:r>
              <a:rPr dirty="0" sz="1200" spc="15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of</a:t>
            </a:r>
            <a:r>
              <a:rPr dirty="0" sz="1200" spc="15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an</a:t>
            </a:r>
            <a:r>
              <a:rPr dirty="0" sz="1200" spc="15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information</a:t>
            </a:r>
            <a:r>
              <a:rPr dirty="0" sz="1200" spc="15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system.</a:t>
            </a:r>
            <a:r>
              <a:rPr dirty="0" sz="1200" spc="15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Moore’s</a:t>
            </a:r>
            <a:r>
              <a:rPr dirty="0" sz="1200" spc="15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Law</a:t>
            </a:r>
            <a:r>
              <a:rPr dirty="0" sz="1200" spc="150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accurately </a:t>
            </a:r>
            <a:r>
              <a:rPr dirty="0" sz="1200">
                <a:latin typeface="Times New Roman"/>
                <a:cs typeface="Times New Roman"/>
              </a:rPr>
              <a:t>predicted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that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computer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processing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power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would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double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every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18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to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24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months.</a:t>
            </a:r>
            <a:endParaRPr sz="1200">
              <a:latin typeface="Times New Roman"/>
              <a:cs typeface="Times New Roman"/>
            </a:endParaRPr>
          </a:p>
          <a:p>
            <a:pPr algn="just" marL="12700" marR="6985" indent="164465">
              <a:lnSpc>
                <a:spcPct val="110200"/>
              </a:lnSpc>
              <a:buAutoNum type="arabicPeriod"/>
              <a:tabLst>
                <a:tab pos="177165" algn="l"/>
              </a:tabLst>
            </a:pPr>
            <a:r>
              <a:rPr dirty="0" sz="1200" spc="-10" b="1">
                <a:latin typeface="Times New Roman"/>
                <a:cs typeface="Times New Roman"/>
              </a:rPr>
              <a:t>Software</a:t>
            </a:r>
            <a:r>
              <a:rPr dirty="0" sz="1200" spc="-10">
                <a:latin typeface="Times New Roman"/>
                <a:cs typeface="Times New Roman"/>
              </a:rPr>
              <a:t>-</a:t>
            </a:r>
            <a:r>
              <a:rPr dirty="0" sz="1200">
                <a:latin typeface="Times New Roman"/>
                <a:cs typeface="Times New Roman"/>
              </a:rPr>
              <a:t>refers</a:t>
            </a:r>
            <a:r>
              <a:rPr dirty="0" sz="1200" spc="5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to</a:t>
            </a:r>
            <a:r>
              <a:rPr dirty="0" sz="1200" spc="5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the</a:t>
            </a:r>
            <a:r>
              <a:rPr dirty="0" sz="1200" spc="6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programs</a:t>
            </a:r>
            <a:r>
              <a:rPr dirty="0" sz="1200" spc="5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that</a:t>
            </a:r>
            <a:r>
              <a:rPr dirty="0" sz="1200" spc="6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control</a:t>
            </a:r>
            <a:r>
              <a:rPr dirty="0" sz="1200" spc="5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the</a:t>
            </a:r>
            <a:r>
              <a:rPr dirty="0" sz="1200" spc="5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hardware</a:t>
            </a:r>
            <a:r>
              <a:rPr dirty="0" sz="1200" spc="6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and</a:t>
            </a:r>
            <a:r>
              <a:rPr dirty="0" sz="1200" spc="5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produce</a:t>
            </a:r>
            <a:r>
              <a:rPr dirty="0" sz="1200" spc="6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the</a:t>
            </a:r>
            <a:r>
              <a:rPr dirty="0" sz="1200" spc="5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desired</a:t>
            </a:r>
            <a:r>
              <a:rPr dirty="0" sz="1200" spc="5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information</a:t>
            </a:r>
            <a:r>
              <a:rPr dirty="0" sz="1200" spc="60">
                <a:latin typeface="Times New Roman"/>
                <a:cs typeface="Times New Roman"/>
              </a:rPr>
              <a:t> </a:t>
            </a:r>
            <a:r>
              <a:rPr dirty="0" sz="1200" spc="-25">
                <a:latin typeface="Times New Roman"/>
                <a:cs typeface="Times New Roman"/>
              </a:rPr>
              <a:t>or </a:t>
            </a:r>
            <a:r>
              <a:rPr dirty="0" sz="1200">
                <a:latin typeface="Times New Roman"/>
                <a:cs typeface="Times New Roman"/>
              </a:rPr>
              <a:t>results.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Software</a:t>
            </a:r>
            <a:r>
              <a:rPr dirty="0" sz="1200" spc="-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is</a:t>
            </a:r>
            <a:r>
              <a:rPr dirty="0" sz="1200" spc="-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not</a:t>
            </a:r>
            <a:r>
              <a:rPr dirty="0" sz="1200" spc="-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tangible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–</a:t>
            </a:r>
            <a:r>
              <a:rPr dirty="0" sz="1200" spc="-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it</a:t>
            </a:r>
            <a:r>
              <a:rPr dirty="0" sz="1200" spc="-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cannot</a:t>
            </a:r>
            <a:r>
              <a:rPr dirty="0" sz="1200" spc="-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be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touched.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When</a:t>
            </a:r>
            <a:r>
              <a:rPr dirty="0" sz="1200" spc="-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programmers</a:t>
            </a:r>
            <a:r>
              <a:rPr dirty="0" sz="1200" spc="-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create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software</a:t>
            </a:r>
            <a:r>
              <a:rPr dirty="0" sz="1200" spc="-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programs, </a:t>
            </a:r>
            <a:r>
              <a:rPr dirty="0" sz="1200">
                <a:latin typeface="Times New Roman"/>
                <a:cs typeface="Times New Roman"/>
              </a:rPr>
              <a:t>what</a:t>
            </a:r>
            <a:r>
              <a:rPr dirty="0" sz="1200" spc="4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they</a:t>
            </a:r>
            <a:r>
              <a:rPr dirty="0" sz="1200" spc="4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are</a:t>
            </a:r>
            <a:r>
              <a:rPr dirty="0" sz="1200" spc="4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really</a:t>
            </a:r>
            <a:r>
              <a:rPr dirty="0" sz="1200" spc="5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doing</a:t>
            </a:r>
            <a:r>
              <a:rPr dirty="0" sz="1200" spc="4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is</a:t>
            </a:r>
            <a:r>
              <a:rPr dirty="0" sz="1200" spc="4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simply</a:t>
            </a:r>
            <a:r>
              <a:rPr dirty="0" sz="1200" spc="5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typing</a:t>
            </a:r>
            <a:r>
              <a:rPr dirty="0" sz="1200" spc="4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out</a:t>
            </a:r>
            <a:r>
              <a:rPr dirty="0" sz="1200" spc="4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lists</a:t>
            </a:r>
            <a:r>
              <a:rPr dirty="0" sz="1200" spc="4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of</a:t>
            </a:r>
            <a:r>
              <a:rPr dirty="0" sz="1200" spc="5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instructions</a:t>
            </a:r>
            <a:r>
              <a:rPr dirty="0" sz="1200" spc="4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that</a:t>
            </a:r>
            <a:r>
              <a:rPr dirty="0" sz="1200" spc="4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tell</a:t>
            </a:r>
            <a:r>
              <a:rPr dirty="0" sz="1200" spc="5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the</a:t>
            </a:r>
            <a:r>
              <a:rPr dirty="0" sz="1200" spc="4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hardware</a:t>
            </a:r>
            <a:r>
              <a:rPr dirty="0" sz="1200" spc="4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what</a:t>
            </a:r>
            <a:r>
              <a:rPr dirty="0" sz="1200" spc="4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to</a:t>
            </a:r>
            <a:r>
              <a:rPr dirty="0" sz="1200" spc="50">
                <a:latin typeface="Times New Roman"/>
                <a:cs typeface="Times New Roman"/>
              </a:rPr>
              <a:t> </a:t>
            </a:r>
            <a:r>
              <a:rPr dirty="0" sz="1200" spc="-25">
                <a:latin typeface="Times New Roman"/>
                <a:cs typeface="Times New Roman"/>
              </a:rPr>
              <a:t>do. </a:t>
            </a:r>
            <a:r>
              <a:rPr dirty="0" sz="1200">
                <a:latin typeface="Times New Roman"/>
                <a:cs typeface="Times New Roman"/>
              </a:rPr>
              <a:t>There</a:t>
            </a:r>
            <a:r>
              <a:rPr dirty="0" sz="1200" spc="31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are</a:t>
            </a:r>
            <a:r>
              <a:rPr dirty="0" sz="1200" spc="3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several</a:t>
            </a:r>
            <a:r>
              <a:rPr dirty="0" sz="1200" spc="31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categories</a:t>
            </a:r>
            <a:r>
              <a:rPr dirty="0" sz="1200" spc="3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of</a:t>
            </a:r>
            <a:r>
              <a:rPr dirty="0" sz="1200" spc="31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software,</a:t>
            </a:r>
            <a:r>
              <a:rPr dirty="0" sz="1200" spc="3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with</a:t>
            </a:r>
            <a:r>
              <a:rPr dirty="0" sz="1200" spc="3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the</a:t>
            </a:r>
            <a:r>
              <a:rPr dirty="0" sz="1200" spc="31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two</a:t>
            </a:r>
            <a:r>
              <a:rPr dirty="0" sz="1200" spc="3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main</a:t>
            </a:r>
            <a:r>
              <a:rPr dirty="0" sz="1200" spc="31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categories</a:t>
            </a:r>
            <a:r>
              <a:rPr dirty="0" sz="1200" spc="3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being</a:t>
            </a:r>
            <a:r>
              <a:rPr dirty="0" sz="1200" spc="320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operating-system </a:t>
            </a:r>
            <a:r>
              <a:rPr dirty="0" sz="1200">
                <a:latin typeface="Times New Roman"/>
                <a:cs typeface="Times New Roman"/>
              </a:rPr>
              <a:t>software,</a:t>
            </a:r>
            <a:r>
              <a:rPr dirty="0" sz="1200" spc="5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which</a:t>
            </a:r>
            <a:r>
              <a:rPr dirty="0" sz="1200" spc="5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makes</a:t>
            </a:r>
            <a:r>
              <a:rPr dirty="0" sz="1200" spc="6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the</a:t>
            </a:r>
            <a:r>
              <a:rPr dirty="0" sz="1200" spc="5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hardware</a:t>
            </a:r>
            <a:r>
              <a:rPr dirty="0" sz="1200" spc="6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usable,</a:t>
            </a:r>
            <a:r>
              <a:rPr dirty="0" sz="1200" spc="5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and</a:t>
            </a:r>
            <a:r>
              <a:rPr dirty="0" sz="1200" spc="6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application</a:t>
            </a:r>
            <a:r>
              <a:rPr dirty="0" sz="1200" spc="5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software,</a:t>
            </a:r>
            <a:r>
              <a:rPr dirty="0" sz="1200" spc="6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which</a:t>
            </a:r>
            <a:r>
              <a:rPr dirty="0" sz="1200" spc="5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does</a:t>
            </a:r>
            <a:r>
              <a:rPr dirty="0" sz="1200" spc="6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something</a:t>
            </a:r>
            <a:r>
              <a:rPr dirty="0" sz="1200" spc="5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useful. </a:t>
            </a:r>
            <a:r>
              <a:rPr dirty="0" sz="1200">
                <a:latin typeface="Times New Roman"/>
                <a:cs typeface="Times New Roman"/>
              </a:rPr>
              <a:t>Examples</a:t>
            </a:r>
            <a:r>
              <a:rPr dirty="0" sz="1200" spc="16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of</a:t>
            </a:r>
            <a:r>
              <a:rPr dirty="0" sz="1200" spc="16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operating</a:t>
            </a:r>
            <a:r>
              <a:rPr dirty="0" sz="1200" spc="16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systems</a:t>
            </a:r>
            <a:r>
              <a:rPr dirty="0" sz="1200" spc="16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include</a:t>
            </a:r>
            <a:r>
              <a:rPr dirty="0" sz="1200" spc="16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Microsoft</a:t>
            </a:r>
            <a:r>
              <a:rPr dirty="0" sz="1200" spc="16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Windows</a:t>
            </a:r>
            <a:r>
              <a:rPr dirty="0" sz="1200" spc="16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on</a:t>
            </a:r>
            <a:r>
              <a:rPr dirty="0" sz="1200" spc="16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 spc="16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personal</a:t>
            </a:r>
            <a:r>
              <a:rPr dirty="0" sz="1200" spc="16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computer</a:t>
            </a:r>
            <a:r>
              <a:rPr dirty="0" sz="1200" spc="16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and</a:t>
            </a:r>
            <a:r>
              <a:rPr dirty="0" sz="1200" spc="16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Google’s </a:t>
            </a:r>
            <a:r>
              <a:rPr dirty="0" sz="1200">
                <a:latin typeface="Times New Roman"/>
                <a:cs typeface="Times New Roman"/>
              </a:rPr>
              <a:t>Android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on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mobile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phone.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Examples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of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application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software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are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Microsoft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Excel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and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Kinemaster.</a:t>
            </a:r>
            <a:endParaRPr sz="1200">
              <a:latin typeface="Times New Roman"/>
              <a:cs typeface="Times New Roman"/>
            </a:endParaRPr>
          </a:p>
          <a:p>
            <a:pPr algn="just" marL="12700" marR="7620" indent="193040">
              <a:lnSpc>
                <a:spcPct val="110200"/>
              </a:lnSpc>
              <a:buAutoNum type="arabicPeriod"/>
              <a:tabLst>
                <a:tab pos="205740" algn="l"/>
              </a:tabLst>
            </a:pPr>
            <a:r>
              <a:rPr dirty="0" sz="1200" b="1">
                <a:latin typeface="Times New Roman"/>
                <a:cs typeface="Times New Roman"/>
              </a:rPr>
              <a:t>Data-</a:t>
            </a:r>
            <a:r>
              <a:rPr dirty="0" sz="1200" spc="280" b="1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The</a:t>
            </a:r>
            <a:r>
              <a:rPr dirty="0" sz="1200" spc="28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raw</a:t>
            </a:r>
            <a:r>
              <a:rPr dirty="0" sz="1200" spc="28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material</a:t>
            </a:r>
            <a:r>
              <a:rPr dirty="0" sz="1200" spc="28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that</a:t>
            </a:r>
            <a:r>
              <a:rPr dirty="0" sz="1200" spc="28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an</a:t>
            </a:r>
            <a:r>
              <a:rPr dirty="0" sz="1200" spc="28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information</a:t>
            </a:r>
            <a:r>
              <a:rPr dirty="0" sz="1200" spc="28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system</a:t>
            </a:r>
            <a:r>
              <a:rPr dirty="0" sz="1200" spc="28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transforms</a:t>
            </a:r>
            <a:r>
              <a:rPr dirty="0" sz="1200" spc="28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into</a:t>
            </a:r>
            <a:r>
              <a:rPr dirty="0" sz="1200" spc="28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useful</a:t>
            </a:r>
            <a:r>
              <a:rPr dirty="0" sz="1200" spc="28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information.</a:t>
            </a:r>
            <a:r>
              <a:rPr dirty="0" sz="1200" spc="280">
                <a:latin typeface="Times New Roman"/>
                <a:cs typeface="Times New Roman"/>
              </a:rPr>
              <a:t> </a:t>
            </a:r>
            <a:r>
              <a:rPr dirty="0" sz="1200" spc="-20">
                <a:latin typeface="Times New Roman"/>
                <a:cs typeface="Times New Roman"/>
              </a:rPr>
              <a:t>Like </a:t>
            </a:r>
            <a:r>
              <a:rPr dirty="0" sz="1200">
                <a:latin typeface="Times New Roman"/>
                <a:cs typeface="Times New Roman"/>
              </a:rPr>
              <a:t>software,</a:t>
            </a:r>
            <a:r>
              <a:rPr dirty="0" sz="1200" spc="9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data</a:t>
            </a:r>
            <a:r>
              <a:rPr dirty="0" sz="1200" spc="9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is</a:t>
            </a:r>
            <a:r>
              <a:rPr dirty="0" sz="1200" spc="9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also</a:t>
            </a:r>
            <a:r>
              <a:rPr dirty="0" sz="1200" spc="1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intangible.</a:t>
            </a:r>
            <a:r>
              <a:rPr dirty="0" sz="1200" spc="9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By</a:t>
            </a:r>
            <a:r>
              <a:rPr dirty="0" sz="1200" spc="9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themselves,</a:t>
            </a:r>
            <a:r>
              <a:rPr dirty="0" sz="1200" spc="1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pieces</a:t>
            </a:r>
            <a:r>
              <a:rPr dirty="0" sz="1200" spc="9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of</a:t>
            </a:r>
            <a:r>
              <a:rPr dirty="0" sz="1200" spc="9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data</a:t>
            </a:r>
            <a:r>
              <a:rPr dirty="0" sz="1200" spc="1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are</a:t>
            </a:r>
            <a:r>
              <a:rPr dirty="0" sz="1200" spc="9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not</a:t>
            </a:r>
            <a:r>
              <a:rPr dirty="0" sz="1200" spc="9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very</a:t>
            </a:r>
            <a:r>
              <a:rPr dirty="0" sz="1200" spc="1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useful.</a:t>
            </a:r>
            <a:r>
              <a:rPr dirty="0" sz="1200" spc="9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But</a:t>
            </a:r>
            <a:r>
              <a:rPr dirty="0" sz="1200" spc="9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aggregated, </a:t>
            </a:r>
            <a:r>
              <a:rPr dirty="0" sz="1200">
                <a:latin typeface="Times New Roman"/>
                <a:cs typeface="Times New Roman"/>
              </a:rPr>
              <a:t>indexed</a:t>
            </a:r>
            <a:r>
              <a:rPr dirty="0" sz="1200" spc="-4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and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organized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together</a:t>
            </a:r>
            <a:r>
              <a:rPr dirty="0" sz="1200" spc="-4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into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database,</a:t>
            </a:r>
            <a:r>
              <a:rPr dirty="0" sz="1200" spc="-4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data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can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become</a:t>
            </a:r>
            <a:r>
              <a:rPr dirty="0" sz="1200" spc="-4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powerful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tool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for</a:t>
            </a:r>
            <a:r>
              <a:rPr dirty="0" sz="1200" spc="-40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businesses.</a:t>
            </a:r>
            <a:endParaRPr sz="1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627380" y="589082"/>
            <a:ext cx="6303010" cy="65354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2700" marR="5715" indent="156845">
              <a:lnSpc>
                <a:spcPct val="110200"/>
              </a:lnSpc>
              <a:spcBef>
                <a:spcPts val="100"/>
              </a:spcBef>
              <a:buAutoNum type="arabicPeriod" startAt="4"/>
              <a:tabLst>
                <a:tab pos="169545" algn="l"/>
              </a:tabLst>
            </a:pPr>
            <a:r>
              <a:rPr dirty="0" sz="1200" b="1">
                <a:latin typeface="Times New Roman"/>
                <a:cs typeface="Times New Roman"/>
              </a:rPr>
              <a:t>Process</a:t>
            </a:r>
            <a:r>
              <a:rPr dirty="0" sz="1200">
                <a:latin typeface="Times New Roman"/>
                <a:cs typeface="Times New Roman"/>
              </a:rPr>
              <a:t>-</a:t>
            </a:r>
            <a:r>
              <a:rPr dirty="0" sz="1200" spc="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 spc="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series of</a:t>
            </a:r>
            <a:r>
              <a:rPr dirty="0" sz="1200" spc="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steps</a:t>
            </a:r>
            <a:r>
              <a:rPr dirty="0" sz="1200" spc="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undertaken</a:t>
            </a:r>
            <a:r>
              <a:rPr dirty="0" sz="1200" spc="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to</a:t>
            </a:r>
            <a:r>
              <a:rPr dirty="0" sz="1200" spc="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achieve</a:t>
            </a:r>
            <a:r>
              <a:rPr dirty="0" sz="1200" spc="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 spc="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desired</a:t>
            </a:r>
            <a:r>
              <a:rPr dirty="0" sz="1200" spc="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outcome</a:t>
            </a:r>
            <a:r>
              <a:rPr dirty="0" sz="1200" spc="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or</a:t>
            </a:r>
            <a:r>
              <a:rPr dirty="0" sz="1200" spc="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goal.</a:t>
            </a:r>
            <a:r>
              <a:rPr dirty="0" sz="1200" spc="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It</a:t>
            </a:r>
            <a:r>
              <a:rPr dirty="0" sz="1200" spc="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is</a:t>
            </a:r>
            <a:r>
              <a:rPr dirty="0" sz="1200" spc="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the</a:t>
            </a:r>
            <a:r>
              <a:rPr dirty="0" sz="1200" spc="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building</a:t>
            </a:r>
            <a:r>
              <a:rPr dirty="0" sz="1200" spc="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blocks </a:t>
            </a:r>
            <a:r>
              <a:rPr dirty="0" sz="1200">
                <a:latin typeface="Times New Roman"/>
                <a:cs typeface="Times New Roman"/>
              </a:rPr>
              <a:t>of an</a:t>
            </a:r>
            <a:r>
              <a:rPr dirty="0" sz="1200" spc="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information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system</a:t>
            </a:r>
            <a:endParaRPr sz="1200">
              <a:latin typeface="Times New Roman"/>
              <a:cs typeface="Times New Roman"/>
            </a:endParaRPr>
          </a:p>
          <a:p>
            <a:pPr algn="just" marL="12700" marR="6350" indent="170815">
              <a:lnSpc>
                <a:spcPct val="110200"/>
              </a:lnSpc>
              <a:buAutoNum type="arabicPeriod" startAt="4"/>
              <a:tabLst>
                <a:tab pos="183515" algn="l"/>
              </a:tabLst>
            </a:pPr>
            <a:r>
              <a:rPr dirty="0" sz="1200" b="1">
                <a:latin typeface="Times New Roman"/>
                <a:cs typeface="Times New Roman"/>
              </a:rPr>
              <a:t>People</a:t>
            </a:r>
            <a:r>
              <a:rPr dirty="0" sz="1200">
                <a:latin typeface="Times New Roman"/>
                <a:cs typeface="Times New Roman"/>
              </a:rPr>
              <a:t>-</a:t>
            </a:r>
            <a:r>
              <a:rPr dirty="0" sz="1200" spc="1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users</a:t>
            </a:r>
            <a:r>
              <a:rPr dirty="0" sz="1200" spc="114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or</a:t>
            </a:r>
            <a:r>
              <a:rPr dirty="0" sz="1200" spc="1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end</a:t>
            </a:r>
            <a:r>
              <a:rPr dirty="0" sz="1200" spc="114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users</a:t>
            </a:r>
            <a:r>
              <a:rPr dirty="0" sz="1200" spc="1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who</a:t>
            </a:r>
            <a:r>
              <a:rPr dirty="0" sz="1200" spc="114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interact</a:t>
            </a:r>
            <a:r>
              <a:rPr dirty="0" sz="1200" spc="114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with</a:t>
            </a:r>
            <a:r>
              <a:rPr dirty="0" sz="1200" spc="1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an</a:t>
            </a:r>
            <a:r>
              <a:rPr dirty="0" sz="1200" spc="114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information</a:t>
            </a:r>
            <a:r>
              <a:rPr dirty="0" sz="1200" spc="1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system,</a:t>
            </a:r>
            <a:r>
              <a:rPr dirty="0" sz="1200" spc="114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both</a:t>
            </a:r>
            <a:r>
              <a:rPr dirty="0" sz="1200" spc="1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inside</a:t>
            </a:r>
            <a:r>
              <a:rPr dirty="0" sz="1200" spc="114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and</a:t>
            </a:r>
            <a:r>
              <a:rPr dirty="0" sz="1200" spc="114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outside</a:t>
            </a:r>
            <a:r>
              <a:rPr dirty="0" sz="1200" spc="110">
                <a:latin typeface="Times New Roman"/>
                <a:cs typeface="Times New Roman"/>
              </a:rPr>
              <a:t> </a:t>
            </a:r>
            <a:r>
              <a:rPr dirty="0" sz="1200" spc="-25">
                <a:latin typeface="Times New Roman"/>
                <a:cs typeface="Times New Roman"/>
              </a:rPr>
              <a:t>the </a:t>
            </a:r>
            <a:r>
              <a:rPr dirty="0" sz="1200">
                <a:latin typeface="Times New Roman"/>
                <a:cs typeface="Times New Roman"/>
              </a:rPr>
              <a:t>company.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The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primary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purpose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of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an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information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system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is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to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provide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valuable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information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to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users.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180"/>
              </a:spcBef>
            </a:pPr>
            <a:r>
              <a:rPr dirty="0" sz="1200" b="1">
                <a:latin typeface="Times New Roman"/>
                <a:cs typeface="Times New Roman"/>
              </a:rPr>
              <a:t>Types</a:t>
            </a:r>
            <a:r>
              <a:rPr dirty="0" sz="1200" spc="-20" b="1">
                <a:latin typeface="Times New Roman"/>
                <a:cs typeface="Times New Roman"/>
              </a:rPr>
              <a:t> </a:t>
            </a:r>
            <a:r>
              <a:rPr dirty="0" sz="1200" b="1">
                <a:latin typeface="Times New Roman"/>
                <a:cs typeface="Times New Roman"/>
              </a:rPr>
              <a:t>of</a:t>
            </a:r>
            <a:r>
              <a:rPr dirty="0" sz="1200" spc="-15" b="1">
                <a:latin typeface="Times New Roman"/>
                <a:cs typeface="Times New Roman"/>
              </a:rPr>
              <a:t> </a:t>
            </a:r>
            <a:r>
              <a:rPr dirty="0" sz="1200" b="1">
                <a:latin typeface="Times New Roman"/>
                <a:cs typeface="Times New Roman"/>
              </a:rPr>
              <a:t>an</a:t>
            </a:r>
            <a:r>
              <a:rPr dirty="0" sz="1200" spc="-20" b="1">
                <a:latin typeface="Times New Roman"/>
                <a:cs typeface="Times New Roman"/>
              </a:rPr>
              <a:t> </a:t>
            </a:r>
            <a:r>
              <a:rPr dirty="0" sz="1200" b="1">
                <a:latin typeface="Times New Roman"/>
                <a:cs typeface="Times New Roman"/>
              </a:rPr>
              <a:t>Information</a:t>
            </a:r>
            <a:r>
              <a:rPr dirty="0" sz="1200" spc="-15" b="1">
                <a:latin typeface="Times New Roman"/>
                <a:cs typeface="Times New Roman"/>
              </a:rPr>
              <a:t> </a:t>
            </a:r>
            <a:r>
              <a:rPr dirty="0" sz="1200" spc="-10" b="1">
                <a:latin typeface="Times New Roman"/>
                <a:cs typeface="Times New Roman"/>
              </a:rPr>
              <a:t>System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04"/>
              </a:spcBef>
            </a:pPr>
            <a:endParaRPr sz="1200">
              <a:latin typeface="Times New Roman"/>
              <a:cs typeface="Times New Roman"/>
            </a:endParaRPr>
          </a:p>
          <a:p>
            <a:pPr algn="just" marL="12700" marR="5080" indent="160020">
              <a:lnSpc>
                <a:spcPct val="110200"/>
              </a:lnSpc>
              <a:buAutoNum type="arabicPeriod"/>
              <a:tabLst>
                <a:tab pos="172720" algn="l"/>
              </a:tabLst>
            </a:pPr>
            <a:r>
              <a:rPr dirty="0" sz="1200" b="1">
                <a:latin typeface="Times New Roman"/>
                <a:cs typeface="Times New Roman"/>
              </a:rPr>
              <a:t>Executive</a:t>
            </a:r>
            <a:r>
              <a:rPr dirty="0" sz="1200" spc="20" b="1">
                <a:latin typeface="Times New Roman"/>
                <a:cs typeface="Times New Roman"/>
              </a:rPr>
              <a:t> </a:t>
            </a:r>
            <a:r>
              <a:rPr dirty="0" sz="1200" b="1">
                <a:latin typeface="Times New Roman"/>
                <a:cs typeface="Times New Roman"/>
              </a:rPr>
              <a:t>Support</a:t>
            </a:r>
            <a:r>
              <a:rPr dirty="0" sz="1200" spc="25" b="1">
                <a:latin typeface="Times New Roman"/>
                <a:cs typeface="Times New Roman"/>
              </a:rPr>
              <a:t> </a:t>
            </a:r>
            <a:r>
              <a:rPr dirty="0" sz="1200" b="1">
                <a:latin typeface="Times New Roman"/>
                <a:cs typeface="Times New Roman"/>
              </a:rPr>
              <a:t>System-</a:t>
            </a:r>
            <a:r>
              <a:rPr dirty="0" sz="1200" spc="355" b="1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 spc="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software</a:t>
            </a:r>
            <a:r>
              <a:rPr dirty="0" sz="1200" spc="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that</a:t>
            </a:r>
            <a:r>
              <a:rPr dirty="0" sz="1200" spc="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allows</a:t>
            </a:r>
            <a:r>
              <a:rPr dirty="0" sz="1200" spc="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users</a:t>
            </a:r>
            <a:r>
              <a:rPr dirty="0" sz="1200" spc="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to</a:t>
            </a:r>
            <a:r>
              <a:rPr dirty="0" sz="1200" spc="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transform</a:t>
            </a:r>
            <a:r>
              <a:rPr dirty="0" sz="1200" spc="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enterprise</a:t>
            </a:r>
            <a:r>
              <a:rPr dirty="0" sz="1200" spc="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data</a:t>
            </a:r>
            <a:r>
              <a:rPr dirty="0" sz="1200" spc="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into</a:t>
            </a:r>
            <a:r>
              <a:rPr dirty="0" sz="1200" spc="20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quickly </a:t>
            </a:r>
            <a:r>
              <a:rPr dirty="0" sz="1200">
                <a:latin typeface="Times New Roman"/>
                <a:cs typeface="Times New Roman"/>
              </a:rPr>
              <a:t>accessible</a:t>
            </a:r>
            <a:r>
              <a:rPr dirty="0" sz="1200" spc="39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and</a:t>
            </a:r>
            <a:r>
              <a:rPr dirty="0" sz="1200" spc="39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executive-</a:t>
            </a:r>
            <a:r>
              <a:rPr dirty="0" sz="1200">
                <a:latin typeface="Times New Roman"/>
                <a:cs typeface="Times New Roman"/>
              </a:rPr>
              <a:t>level</a:t>
            </a:r>
            <a:r>
              <a:rPr dirty="0" sz="1200" spc="39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reports,</a:t>
            </a:r>
            <a:r>
              <a:rPr dirty="0" sz="1200" spc="39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such</a:t>
            </a:r>
            <a:r>
              <a:rPr dirty="0" sz="1200" spc="39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as</a:t>
            </a:r>
            <a:r>
              <a:rPr dirty="0" sz="1200" spc="39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those</a:t>
            </a:r>
            <a:r>
              <a:rPr dirty="0" sz="1200" spc="39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used</a:t>
            </a:r>
            <a:r>
              <a:rPr dirty="0" sz="1200" spc="39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by</a:t>
            </a:r>
            <a:r>
              <a:rPr dirty="0" sz="1200" spc="39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billing,</a:t>
            </a:r>
            <a:r>
              <a:rPr dirty="0" sz="1200" spc="39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accounting</a:t>
            </a:r>
            <a:r>
              <a:rPr dirty="0" sz="1200" spc="39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and</a:t>
            </a:r>
            <a:r>
              <a:rPr dirty="0" sz="1200" spc="39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staffing departments.</a:t>
            </a:r>
            <a:endParaRPr sz="1200">
              <a:latin typeface="Times New Roman"/>
              <a:cs typeface="Times New Roman"/>
            </a:endParaRPr>
          </a:p>
          <a:p>
            <a:pPr algn="just" marL="12700" marR="5080" indent="187960">
              <a:lnSpc>
                <a:spcPct val="110200"/>
              </a:lnSpc>
              <a:buAutoNum type="arabicPeriod"/>
              <a:tabLst>
                <a:tab pos="200660" algn="l"/>
              </a:tabLst>
            </a:pPr>
            <a:r>
              <a:rPr dirty="0" sz="1200" b="1">
                <a:latin typeface="Times New Roman"/>
                <a:cs typeface="Times New Roman"/>
              </a:rPr>
              <a:t>Decision</a:t>
            </a:r>
            <a:r>
              <a:rPr dirty="0" sz="1200" spc="245" b="1">
                <a:latin typeface="Times New Roman"/>
                <a:cs typeface="Times New Roman"/>
              </a:rPr>
              <a:t> </a:t>
            </a:r>
            <a:r>
              <a:rPr dirty="0" sz="1200" b="1">
                <a:latin typeface="Times New Roman"/>
                <a:cs typeface="Times New Roman"/>
              </a:rPr>
              <a:t>Support</a:t>
            </a:r>
            <a:r>
              <a:rPr dirty="0" sz="1200" spc="245" b="1">
                <a:latin typeface="Times New Roman"/>
                <a:cs typeface="Times New Roman"/>
              </a:rPr>
              <a:t> </a:t>
            </a:r>
            <a:r>
              <a:rPr dirty="0" sz="1200" b="1">
                <a:latin typeface="Times New Roman"/>
                <a:cs typeface="Times New Roman"/>
              </a:rPr>
              <a:t>System-</a:t>
            </a:r>
            <a:r>
              <a:rPr dirty="0" sz="1200" spc="254" b="1"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1F2024"/>
                </a:solidFill>
                <a:latin typeface="Times New Roman"/>
                <a:cs typeface="Times New Roman"/>
              </a:rPr>
              <a:t>A</a:t>
            </a:r>
            <a:r>
              <a:rPr dirty="0" sz="1200" spc="-20">
                <a:solidFill>
                  <a:srgbClr val="1F2024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1F2024"/>
                </a:solidFill>
                <a:latin typeface="Times New Roman"/>
                <a:cs typeface="Times New Roman"/>
              </a:rPr>
              <a:t>decision</a:t>
            </a:r>
            <a:r>
              <a:rPr dirty="0" sz="1200" spc="245">
                <a:solidFill>
                  <a:srgbClr val="1F2024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1F2024"/>
                </a:solidFill>
                <a:latin typeface="Times New Roman"/>
                <a:cs typeface="Times New Roman"/>
              </a:rPr>
              <a:t>support</a:t>
            </a:r>
            <a:r>
              <a:rPr dirty="0" sz="1200" spc="245">
                <a:solidFill>
                  <a:srgbClr val="1F2024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1F2024"/>
                </a:solidFill>
                <a:latin typeface="Times New Roman"/>
                <a:cs typeface="Times New Roman"/>
              </a:rPr>
              <a:t>system</a:t>
            </a:r>
            <a:r>
              <a:rPr dirty="0" sz="1200" spc="-15">
                <a:solidFill>
                  <a:srgbClr val="1F2024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1F2024"/>
                </a:solidFill>
                <a:latin typeface="Times New Roman"/>
                <a:cs typeface="Times New Roman"/>
              </a:rPr>
              <a:t>(DSS)</a:t>
            </a:r>
            <a:r>
              <a:rPr dirty="0" sz="1200" spc="245">
                <a:solidFill>
                  <a:srgbClr val="1F2024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1F2024"/>
                </a:solidFill>
                <a:latin typeface="Times New Roman"/>
                <a:cs typeface="Times New Roman"/>
              </a:rPr>
              <a:t>is</a:t>
            </a:r>
            <a:r>
              <a:rPr dirty="0" sz="1200" spc="245">
                <a:solidFill>
                  <a:srgbClr val="1F2024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1F2024"/>
                </a:solidFill>
                <a:latin typeface="Times New Roman"/>
                <a:cs typeface="Times New Roman"/>
              </a:rPr>
              <a:t>a</a:t>
            </a:r>
            <a:r>
              <a:rPr dirty="0" sz="1200" spc="245">
                <a:solidFill>
                  <a:srgbClr val="1F2024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1F2024"/>
                </a:solidFill>
                <a:latin typeface="Times New Roman"/>
                <a:cs typeface="Times New Roman"/>
              </a:rPr>
              <a:t>computerized</a:t>
            </a:r>
            <a:r>
              <a:rPr dirty="0" sz="1200" spc="245">
                <a:solidFill>
                  <a:srgbClr val="1F2024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1F2024"/>
                </a:solidFill>
                <a:latin typeface="Times New Roman"/>
                <a:cs typeface="Times New Roman"/>
              </a:rPr>
              <a:t>program</a:t>
            </a:r>
            <a:r>
              <a:rPr dirty="0" sz="1200" spc="245">
                <a:solidFill>
                  <a:srgbClr val="1F2024"/>
                </a:solidFill>
                <a:latin typeface="Times New Roman"/>
                <a:cs typeface="Times New Roman"/>
              </a:rPr>
              <a:t> </a:t>
            </a:r>
            <a:r>
              <a:rPr dirty="0" sz="1200" spc="-20">
                <a:solidFill>
                  <a:srgbClr val="1F2024"/>
                </a:solidFill>
                <a:latin typeface="Times New Roman"/>
                <a:cs typeface="Times New Roman"/>
              </a:rPr>
              <a:t>used </a:t>
            </a:r>
            <a:r>
              <a:rPr dirty="0" sz="1200">
                <a:solidFill>
                  <a:srgbClr val="1F2024"/>
                </a:solidFill>
                <a:latin typeface="Times New Roman"/>
                <a:cs typeface="Times New Roman"/>
              </a:rPr>
              <a:t>to</a:t>
            </a:r>
            <a:r>
              <a:rPr dirty="0" sz="1200" spc="-15">
                <a:solidFill>
                  <a:srgbClr val="1F2024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1F2024"/>
                </a:solidFill>
                <a:latin typeface="Times New Roman"/>
                <a:cs typeface="Times New Roman"/>
              </a:rPr>
              <a:t>support</a:t>
            </a:r>
            <a:r>
              <a:rPr dirty="0" sz="1200" spc="-15">
                <a:solidFill>
                  <a:srgbClr val="1F2024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1F2024"/>
                </a:solidFill>
                <a:latin typeface="Times New Roman"/>
                <a:cs typeface="Times New Roman"/>
              </a:rPr>
              <a:t>determinations,</a:t>
            </a:r>
            <a:r>
              <a:rPr dirty="0" sz="1200" spc="425">
                <a:solidFill>
                  <a:srgbClr val="1F2024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1F2024"/>
                </a:solidFill>
                <a:latin typeface="Times New Roman"/>
                <a:cs typeface="Times New Roman"/>
              </a:rPr>
              <a:t>judgments,</a:t>
            </a:r>
            <a:r>
              <a:rPr dirty="0" sz="1200" spc="420">
                <a:solidFill>
                  <a:srgbClr val="1F2024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1F2024"/>
                </a:solidFill>
                <a:latin typeface="Times New Roman"/>
                <a:cs typeface="Times New Roman"/>
              </a:rPr>
              <a:t>and</a:t>
            </a:r>
            <a:r>
              <a:rPr dirty="0" sz="1200" spc="425">
                <a:solidFill>
                  <a:srgbClr val="1F2024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1F2024"/>
                </a:solidFill>
                <a:latin typeface="Times New Roman"/>
                <a:cs typeface="Times New Roman"/>
              </a:rPr>
              <a:t>courses</a:t>
            </a:r>
            <a:r>
              <a:rPr dirty="0" sz="1200" spc="425">
                <a:solidFill>
                  <a:srgbClr val="1F2024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1F2024"/>
                </a:solidFill>
                <a:latin typeface="Times New Roman"/>
                <a:cs typeface="Times New Roman"/>
              </a:rPr>
              <a:t>of</a:t>
            </a:r>
            <a:r>
              <a:rPr dirty="0" sz="1200" spc="425">
                <a:solidFill>
                  <a:srgbClr val="1F2024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1F2024"/>
                </a:solidFill>
                <a:latin typeface="Times New Roman"/>
                <a:cs typeface="Times New Roman"/>
              </a:rPr>
              <a:t>action</a:t>
            </a:r>
            <a:r>
              <a:rPr dirty="0" sz="1200" spc="425">
                <a:solidFill>
                  <a:srgbClr val="1F2024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1F2024"/>
                </a:solidFill>
                <a:latin typeface="Times New Roman"/>
                <a:cs typeface="Times New Roman"/>
              </a:rPr>
              <a:t>in</a:t>
            </a:r>
            <a:r>
              <a:rPr dirty="0" sz="1200" spc="420">
                <a:solidFill>
                  <a:srgbClr val="1F2024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1F2024"/>
                </a:solidFill>
                <a:latin typeface="Times New Roman"/>
                <a:cs typeface="Times New Roman"/>
              </a:rPr>
              <a:t>an</a:t>
            </a:r>
            <a:r>
              <a:rPr dirty="0" sz="1200" spc="425">
                <a:solidFill>
                  <a:srgbClr val="1F2024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1F2024"/>
                </a:solidFill>
                <a:latin typeface="Times New Roman"/>
                <a:cs typeface="Times New Roman"/>
              </a:rPr>
              <a:t>organization</a:t>
            </a:r>
            <a:r>
              <a:rPr dirty="0" sz="1200" spc="425">
                <a:solidFill>
                  <a:srgbClr val="1F2024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1F2024"/>
                </a:solidFill>
                <a:latin typeface="Times New Roman"/>
                <a:cs typeface="Times New Roman"/>
              </a:rPr>
              <a:t>or</a:t>
            </a:r>
            <a:r>
              <a:rPr dirty="0" sz="1200" spc="425">
                <a:solidFill>
                  <a:srgbClr val="1F2024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1F2024"/>
                </a:solidFill>
                <a:latin typeface="Times New Roman"/>
                <a:cs typeface="Times New Roman"/>
              </a:rPr>
              <a:t>a</a:t>
            </a:r>
            <a:r>
              <a:rPr dirty="0" sz="1200" spc="420">
                <a:solidFill>
                  <a:srgbClr val="1F2024"/>
                </a:solidFill>
                <a:latin typeface="Times New Roman"/>
                <a:cs typeface="Times New Roman"/>
              </a:rPr>
              <a:t> </a:t>
            </a:r>
            <a:r>
              <a:rPr dirty="0" sz="1200" spc="-10">
                <a:solidFill>
                  <a:srgbClr val="1F2024"/>
                </a:solidFill>
                <a:latin typeface="Times New Roman"/>
                <a:cs typeface="Times New Roman"/>
              </a:rPr>
              <a:t>business. </a:t>
            </a:r>
            <a:r>
              <a:rPr dirty="0" sz="1200">
                <a:solidFill>
                  <a:srgbClr val="1F2024"/>
                </a:solidFill>
                <a:latin typeface="Times New Roman"/>
                <a:cs typeface="Times New Roman"/>
              </a:rPr>
              <a:t>A</a:t>
            </a:r>
            <a:r>
              <a:rPr dirty="0" sz="1200" spc="-25">
                <a:solidFill>
                  <a:srgbClr val="1F2024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1F2024"/>
                </a:solidFill>
                <a:latin typeface="Times New Roman"/>
                <a:cs typeface="Times New Roman"/>
              </a:rPr>
              <a:t>DSS</a:t>
            </a:r>
            <a:r>
              <a:rPr dirty="0" sz="1200" spc="-20">
                <a:solidFill>
                  <a:srgbClr val="1F2024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1F2024"/>
                </a:solidFill>
                <a:latin typeface="Times New Roman"/>
                <a:cs typeface="Times New Roman"/>
              </a:rPr>
              <a:t>sifts</a:t>
            </a:r>
            <a:r>
              <a:rPr dirty="0" sz="1200" spc="-20">
                <a:solidFill>
                  <a:srgbClr val="1F2024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1F2024"/>
                </a:solidFill>
                <a:latin typeface="Times New Roman"/>
                <a:cs typeface="Times New Roman"/>
              </a:rPr>
              <a:t>through</a:t>
            </a:r>
            <a:r>
              <a:rPr dirty="0" sz="1200" spc="-15">
                <a:solidFill>
                  <a:srgbClr val="1F2024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1F2024"/>
                </a:solidFill>
                <a:latin typeface="Times New Roman"/>
                <a:cs typeface="Times New Roman"/>
              </a:rPr>
              <a:t>and</a:t>
            </a:r>
            <a:r>
              <a:rPr dirty="0" sz="1200" spc="-20">
                <a:solidFill>
                  <a:srgbClr val="1F2024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1F2024"/>
                </a:solidFill>
                <a:latin typeface="Times New Roman"/>
                <a:cs typeface="Times New Roman"/>
              </a:rPr>
              <a:t>analyzes</a:t>
            </a:r>
            <a:r>
              <a:rPr dirty="0" sz="1200" spc="-15">
                <a:solidFill>
                  <a:srgbClr val="1F2024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1F2024"/>
                </a:solidFill>
                <a:latin typeface="Times New Roman"/>
                <a:cs typeface="Times New Roman"/>
              </a:rPr>
              <a:t>massive</a:t>
            </a:r>
            <a:r>
              <a:rPr dirty="0" sz="1200" spc="-20">
                <a:solidFill>
                  <a:srgbClr val="1F2024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1F2024"/>
                </a:solidFill>
                <a:latin typeface="Times New Roman"/>
                <a:cs typeface="Times New Roman"/>
              </a:rPr>
              <a:t>amounts</a:t>
            </a:r>
            <a:r>
              <a:rPr dirty="0" sz="1200" spc="-15">
                <a:solidFill>
                  <a:srgbClr val="1F2024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1F2024"/>
                </a:solidFill>
                <a:latin typeface="Times New Roman"/>
                <a:cs typeface="Times New Roman"/>
              </a:rPr>
              <a:t>of</a:t>
            </a:r>
            <a:r>
              <a:rPr dirty="0" sz="1200" spc="-20">
                <a:solidFill>
                  <a:srgbClr val="1F2024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1F2024"/>
                </a:solidFill>
                <a:latin typeface="Times New Roman"/>
                <a:cs typeface="Times New Roman"/>
              </a:rPr>
              <a:t>data,</a:t>
            </a:r>
            <a:r>
              <a:rPr dirty="0" sz="1200" spc="-15">
                <a:solidFill>
                  <a:srgbClr val="1F2024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1F2024"/>
                </a:solidFill>
                <a:latin typeface="Times New Roman"/>
                <a:cs typeface="Times New Roman"/>
              </a:rPr>
              <a:t>compiling</a:t>
            </a:r>
            <a:r>
              <a:rPr dirty="0" sz="1200" spc="-20">
                <a:solidFill>
                  <a:srgbClr val="1F2024"/>
                </a:solidFill>
                <a:latin typeface="Times New Roman"/>
                <a:cs typeface="Times New Roman"/>
              </a:rPr>
              <a:t> </a:t>
            </a:r>
            <a:r>
              <a:rPr dirty="0" sz="1200" spc="-10">
                <a:solidFill>
                  <a:srgbClr val="1F2024"/>
                </a:solidFill>
                <a:latin typeface="Times New Roman"/>
                <a:cs typeface="Times New Roman"/>
              </a:rPr>
              <a:t>comprehensive</a:t>
            </a:r>
            <a:r>
              <a:rPr dirty="0" sz="1200" spc="-20">
                <a:solidFill>
                  <a:srgbClr val="1F2024"/>
                </a:solidFill>
                <a:latin typeface="Times New Roman"/>
                <a:cs typeface="Times New Roman"/>
              </a:rPr>
              <a:t> </a:t>
            </a:r>
            <a:r>
              <a:rPr dirty="0" sz="1200" spc="-10">
                <a:solidFill>
                  <a:srgbClr val="1F2024"/>
                </a:solidFill>
                <a:latin typeface="Times New Roman"/>
                <a:cs typeface="Times New Roman"/>
              </a:rPr>
              <a:t>information</a:t>
            </a:r>
            <a:r>
              <a:rPr dirty="0" sz="1200" spc="-15">
                <a:solidFill>
                  <a:srgbClr val="1F2024"/>
                </a:solidFill>
                <a:latin typeface="Times New Roman"/>
                <a:cs typeface="Times New Roman"/>
              </a:rPr>
              <a:t> </a:t>
            </a:r>
            <a:r>
              <a:rPr dirty="0" sz="1200" spc="-20">
                <a:solidFill>
                  <a:srgbClr val="1F2024"/>
                </a:solidFill>
                <a:latin typeface="Times New Roman"/>
                <a:cs typeface="Times New Roman"/>
              </a:rPr>
              <a:t>that </a:t>
            </a:r>
            <a:r>
              <a:rPr dirty="0" sz="1200">
                <a:solidFill>
                  <a:srgbClr val="1F2024"/>
                </a:solidFill>
                <a:latin typeface="Times New Roman"/>
                <a:cs typeface="Times New Roman"/>
              </a:rPr>
              <a:t>can</a:t>
            </a:r>
            <a:r>
              <a:rPr dirty="0" sz="1200" spc="-25">
                <a:solidFill>
                  <a:srgbClr val="1F2024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1F2024"/>
                </a:solidFill>
                <a:latin typeface="Times New Roman"/>
                <a:cs typeface="Times New Roman"/>
              </a:rPr>
              <a:t>be</a:t>
            </a:r>
            <a:r>
              <a:rPr dirty="0" sz="1200" spc="-20">
                <a:solidFill>
                  <a:srgbClr val="1F2024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1F2024"/>
                </a:solidFill>
                <a:latin typeface="Times New Roman"/>
                <a:cs typeface="Times New Roman"/>
              </a:rPr>
              <a:t>used</a:t>
            </a:r>
            <a:r>
              <a:rPr dirty="0" sz="1200" spc="-20">
                <a:solidFill>
                  <a:srgbClr val="1F2024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1F2024"/>
                </a:solidFill>
                <a:latin typeface="Times New Roman"/>
                <a:cs typeface="Times New Roman"/>
              </a:rPr>
              <a:t>to</a:t>
            </a:r>
            <a:r>
              <a:rPr dirty="0" sz="1200" spc="-25">
                <a:solidFill>
                  <a:srgbClr val="1F2024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1F2024"/>
                </a:solidFill>
                <a:latin typeface="Times New Roman"/>
                <a:cs typeface="Times New Roman"/>
              </a:rPr>
              <a:t>solve</a:t>
            </a:r>
            <a:r>
              <a:rPr dirty="0" sz="1200" spc="-20">
                <a:solidFill>
                  <a:srgbClr val="1F2024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1F2024"/>
                </a:solidFill>
                <a:latin typeface="Times New Roman"/>
                <a:cs typeface="Times New Roman"/>
              </a:rPr>
              <a:t>problems</a:t>
            </a:r>
            <a:r>
              <a:rPr dirty="0" sz="1200" spc="-20">
                <a:solidFill>
                  <a:srgbClr val="1F2024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1F2024"/>
                </a:solidFill>
                <a:latin typeface="Times New Roman"/>
                <a:cs typeface="Times New Roman"/>
              </a:rPr>
              <a:t>and</a:t>
            </a:r>
            <a:r>
              <a:rPr dirty="0" sz="1200" spc="-25">
                <a:solidFill>
                  <a:srgbClr val="1F2024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1F2024"/>
                </a:solidFill>
                <a:latin typeface="Times New Roman"/>
                <a:cs typeface="Times New Roman"/>
              </a:rPr>
              <a:t>in</a:t>
            </a:r>
            <a:r>
              <a:rPr dirty="0" sz="1200" spc="-20">
                <a:solidFill>
                  <a:srgbClr val="1F2024"/>
                </a:solidFill>
                <a:latin typeface="Times New Roman"/>
                <a:cs typeface="Times New Roman"/>
              </a:rPr>
              <a:t> </a:t>
            </a:r>
            <a:r>
              <a:rPr dirty="0" sz="1200" spc="-10">
                <a:solidFill>
                  <a:srgbClr val="1F2024"/>
                </a:solidFill>
                <a:latin typeface="Times New Roman"/>
                <a:cs typeface="Times New Roman"/>
              </a:rPr>
              <a:t>decision-making.</a:t>
            </a:r>
            <a:endParaRPr sz="1200">
              <a:latin typeface="Times New Roman"/>
              <a:cs typeface="Times New Roman"/>
            </a:endParaRPr>
          </a:p>
          <a:p>
            <a:pPr algn="just" marL="12700" marR="5080" indent="168910">
              <a:lnSpc>
                <a:spcPct val="110200"/>
              </a:lnSpc>
              <a:buAutoNum type="arabicPeriod"/>
              <a:tabLst>
                <a:tab pos="181610" algn="l"/>
              </a:tabLst>
            </a:pPr>
            <a:r>
              <a:rPr dirty="0" sz="1200" b="1">
                <a:latin typeface="Times New Roman"/>
                <a:cs typeface="Times New Roman"/>
              </a:rPr>
              <a:t>Management</a:t>
            </a:r>
            <a:r>
              <a:rPr dirty="0" sz="1200" spc="95" b="1">
                <a:latin typeface="Times New Roman"/>
                <a:cs typeface="Times New Roman"/>
              </a:rPr>
              <a:t> </a:t>
            </a:r>
            <a:r>
              <a:rPr dirty="0" sz="1200" b="1">
                <a:latin typeface="Times New Roman"/>
                <a:cs typeface="Times New Roman"/>
              </a:rPr>
              <a:t>Information</a:t>
            </a:r>
            <a:r>
              <a:rPr dirty="0" sz="1200" spc="100" b="1">
                <a:latin typeface="Times New Roman"/>
                <a:cs typeface="Times New Roman"/>
              </a:rPr>
              <a:t> </a:t>
            </a:r>
            <a:r>
              <a:rPr dirty="0" sz="1200" b="1">
                <a:latin typeface="Times New Roman"/>
                <a:cs typeface="Times New Roman"/>
              </a:rPr>
              <a:t>System</a:t>
            </a:r>
            <a:r>
              <a:rPr dirty="0" sz="1200">
                <a:latin typeface="Times New Roman"/>
                <a:cs typeface="Times New Roman"/>
              </a:rPr>
              <a:t>-</a:t>
            </a:r>
            <a:r>
              <a:rPr dirty="0" sz="1200" spc="1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an</a:t>
            </a:r>
            <a:r>
              <a:rPr dirty="0" sz="1200" spc="1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information</a:t>
            </a:r>
            <a:r>
              <a:rPr dirty="0" sz="1200" spc="1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system</a:t>
            </a:r>
            <a:r>
              <a:rPr dirty="0" sz="1200" spc="1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used</a:t>
            </a:r>
            <a:r>
              <a:rPr dirty="0" sz="1200" spc="1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for</a:t>
            </a:r>
            <a:r>
              <a:rPr dirty="0" sz="1200" spc="100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decision-</a:t>
            </a:r>
            <a:r>
              <a:rPr dirty="0" sz="1200">
                <a:latin typeface="Times New Roman"/>
                <a:cs typeface="Times New Roman"/>
              </a:rPr>
              <a:t>making</a:t>
            </a:r>
            <a:r>
              <a:rPr dirty="0" sz="1200" spc="1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and</a:t>
            </a:r>
            <a:r>
              <a:rPr dirty="0" sz="1200" spc="1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for</a:t>
            </a:r>
            <a:r>
              <a:rPr dirty="0" sz="1200" spc="100">
                <a:latin typeface="Times New Roman"/>
                <a:cs typeface="Times New Roman"/>
              </a:rPr>
              <a:t> </a:t>
            </a:r>
            <a:r>
              <a:rPr dirty="0" sz="1200" spc="-25">
                <a:latin typeface="Times New Roman"/>
                <a:cs typeface="Times New Roman"/>
              </a:rPr>
              <a:t>the </a:t>
            </a:r>
            <a:r>
              <a:rPr dirty="0" sz="1200">
                <a:latin typeface="Times New Roman"/>
                <a:cs typeface="Times New Roman"/>
              </a:rPr>
              <a:t>coordination,</a:t>
            </a:r>
            <a:r>
              <a:rPr dirty="0" sz="1200" spc="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control,</a:t>
            </a:r>
            <a:r>
              <a:rPr dirty="0" sz="1200" spc="1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analysis</a:t>
            </a:r>
            <a:r>
              <a:rPr dirty="0" sz="1200" spc="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and</a:t>
            </a:r>
            <a:r>
              <a:rPr dirty="0" sz="1200" spc="1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visualization</a:t>
            </a:r>
            <a:r>
              <a:rPr dirty="0" sz="1200" spc="1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of</a:t>
            </a:r>
            <a:r>
              <a:rPr dirty="0" sz="1200" spc="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information</a:t>
            </a:r>
            <a:r>
              <a:rPr dirty="0" sz="1200" spc="1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in</a:t>
            </a:r>
            <a:r>
              <a:rPr dirty="0" sz="1200" spc="1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an</a:t>
            </a:r>
            <a:r>
              <a:rPr dirty="0" sz="1200" spc="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organization.</a:t>
            </a:r>
            <a:r>
              <a:rPr dirty="0" sz="1200" spc="1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It</a:t>
            </a:r>
            <a:r>
              <a:rPr dirty="0" sz="1200" spc="1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involves</a:t>
            </a:r>
            <a:r>
              <a:rPr dirty="0" sz="1200" spc="10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people, </a:t>
            </a:r>
            <a:r>
              <a:rPr dirty="0" sz="1200">
                <a:latin typeface="Times New Roman"/>
                <a:cs typeface="Times New Roman"/>
              </a:rPr>
              <a:t>processes</a:t>
            </a:r>
            <a:r>
              <a:rPr dirty="0" sz="1200" spc="-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and technology</a:t>
            </a:r>
            <a:r>
              <a:rPr dirty="0" sz="1200" spc="-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in an</a:t>
            </a:r>
            <a:r>
              <a:rPr dirty="0" sz="1200" spc="-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organizational</a:t>
            </a:r>
            <a:r>
              <a:rPr dirty="0" sz="1200">
                <a:latin typeface="Times New Roman"/>
                <a:cs typeface="Times New Roman"/>
              </a:rPr>
              <a:t> context.</a:t>
            </a:r>
            <a:r>
              <a:rPr dirty="0" sz="1200" spc="-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It evolved</a:t>
            </a:r>
            <a:r>
              <a:rPr dirty="0" sz="1200" spc="-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from transaction</a:t>
            </a:r>
            <a:r>
              <a:rPr dirty="0" sz="1200" spc="-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processing </a:t>
            </a:r>
            <a:r>
              <a:rPr dirty="0" sz="1200" spc="-10">
                <a:latin typeface="Times New Roman"/>
                <a:cs typeface="Times New Roman"/>
              </a:rPr>
              <a:t>systems </a:t>
            </a:r>
            <a:r>
              <a:rPr dirty="0" sz="1200">
                <a:latin typeface="Times New Roman"/>
                <a:cs typeface="Times New Roman"/>
              </a:rPr>
              <a:t>as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 spc="-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way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to</a:t>
            </a:r>
            <a:r>
              <a:rPr dirty="0" sz="1200" spc="-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organize</a:t>
            </a:r>
            <a:r>
              <a:rPr dirty="0" sz="1200" spc="-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information </a:t>
            </a:r>
            <a:r>
              <a:rPr dirty="0" sz="1200">
                <a:latin typeface="Times New Roman"/>
                <a:cs typeface="Times New Roman"/>
              </a:rPr>
              <a:t>for</a:t>
            </a:r>
            <a:r>
              <a:rPr dirty="0" sz="1200" spc="-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managers.</a:t>
            </a:r>
            <a:r>
              <a:rPr dirty="0" sz="1200" spc="-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Management Information</a:t>
            </a:r>
            <a:r>
              <a:rPr dirty="0" sz="1200" spc="-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System</a:t>
            </a:r>
            <a:r>
              <a:rPr dirty="0" sz="1200" spc="-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can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produce</a:t>
            </a:r>
            <a:r>
              <a:rPr dirty="0" sz="1200" spc="-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detailed </a:t>
            </a:r>
            <a:r>
              <a:rPr dirty="0" sz="1200">
                <a:latin typeface="Times New Roman"/>
                <a:cs typeface="Times New Roman"/>
              </a:rPr>
              <a:t>reports</a:t>
            </a:r>
            <a:r>
              <a:rPr dirty="0" sz="1200" spc="5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that</a:t>
            </a:r>
            <a:r>
              <a:rPr dirty="0" sz="1200" spc="5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list</a:t>
            </a:r>
            <a:r>
              <a:rPr dirty="0" sz="1200" spc="5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transactions,</a:t>
            </a:r>
            <a:r>
              <a:rPr dirty="0" sz="1200" spc="5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summary</a:t>
            </a:r>
            <a:r>
              <a:rPr dirty="0" sz="1200" spc="5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reports</a:t>
            </a:r>
            <a:r>
              <a:rPr dirty="0" sz="1200" spc="5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that</a:t>
            </a:r>
            <a:r>
              <a:rPr dirty="0" sz="1200" spc="5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consolidate</a:t>
            </a:r>
            <a:r>
              <a:rPr dirty="0" sz="1200" spc="5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data</a:t>
            </a:r>
            <a:r>
              <a:rPr dirty="0" sz="1200" spc="6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or</a:t>
            </a:r>
            <a:r>
              <a:rPr dirty="0" sz="1200" spc="5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exception</a:t>
            </a:r>
            <a:r>
              <a:rPr dirty="0" sz="1200" spc="5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reports</a:t>
            </a:r>
            <a:r>
              <a:rPr dirty="0" sz="1200" spc="5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that</a:t>
            </a:r>
            <a:r>
              <a:rPr dirty="0" sz="1200" spc="5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identify </a:t>
            </a:r>
            <a:r>
              <a:rPr dirty="0" sz="1200">
                <a:latin typeface="Times New Roman"/>
                <a:cs typeface="Times New Roman"/>
              </a:rPr>
              <a:t>data</a:t>
            </a:r>
            <a:r>
              <a:rPr dirty="0" sz="1200" spc="-5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outside</a:t>
            </a:r>
            <a:r>
              <a:rPr dirty="0" sz="1200" spc="-5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normal</a:t>
            </a:r>
            <a:r>
              <a:rPr dirty="0" sz="1200" spc="-5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conditions.</a:t>
            </a:r>
            <a:endParaRPr sz="1200">
              <a:latin typeface="Times New Roman"/>
              <a:cs typeface="Times New Roman"/>
            </a:endParaRPr>
          </a:p>
          <a:p>
            <a:pPr algn="just" marL="12700" marR="5080" indent="173355">
              <a:lnSpc>
                <a:spcPct val="110200"/>
              </a:lnSpc>
              <a:buAutoNum type="arabicPeriod"/>
              <a:tabLst>
                <a:tab pos="186055" algn="l"/>
              </a:tabLst>
            </a:pPr>
            <a:r>
              <a:rPr dirty="0" sz="1200" b="1">
                <a:latin typeface="Times New Roman"/>
                <a:cs typeface="Times New Roman"/>
              </a:rPr>
              <a:t>Transaction</a:t>
            </a:r>
            <a:r>
              <a:rPr dirty="0" sz="1200" spc="120" b="1">
                <a:latin typeface="Times New Roman"/>
                <a:cs typeface="Times New Roman"/>
              </a:rPr>
              <a:t> </a:t>
            </a:r>
            <a:r>
              <a:rPr dirty="0" sz="1200" b="1">
                <a:latin typeface="Times New Roman"/>
                <a:cs typeface="Times New Roman"/>
              </a:rPr>
              <a:t>Processing</a:t>
            </a:r>
            <a:r>
              <a:rPr dirty="0" sz="1200" spc="120" b="1">
                <a:latin typeface="Times New Roman"/>
                <a:cs typeface="Times New Roman"/>
              </a:rPr>
              <a:t> </a:t>
            </a:r>
            <a:r>
              <a:rPr dirty="0" sz="1200" b="1">
                <a:latin typeface="Times New Roman"/>
                <a:cs typeface="Times New Roman"/>
              </a:rPr>
              <a:t>System</a:t>
            </a:r>
            <a:r>
              <a:rPr dirty="0" sz="1200">
                <a:latin typeface="Times New Roman"/>
                <a:cs typeface="Times New Roman"/>
              </a:rPr>
              <a:t>-</a:t>
            </a:r>
            <a:r>
              <a:rPr dirty="0" sz="1200" spc="1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an</a:t>
            </a:r>
            <a:r>
              <a:rPr dirty="0" sz="1200" spc="1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information</a:t>
            </a:r>
            <a:r>
              <a:rPr dirty="0" sz="1200" spc="1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system</a:t>
            </a:r>
            <a:r>
              <a:rPr dirty="0" sz="1200" spc="1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for</a:t>
            </a:r>
            <a:r>
              <a:rPr dirty="0" sz="1200" spc="1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business</a:t>
            </a:r>
            <a:r>
              <a:rPr dirty="0" sz="1200" spc="1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transactions,</a:t>
            </a:r>
            <a:r>
              <a:rPr dirty="0" sz="1200" spc="1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involving</a:t>
            </a:r>
            <a:r>
              <a:rPr dirty="0" sz="1200" spc="120">
                <a:latin typeface="Times New Roman"/>
                <a:cs typeface="Times New Roman"/>
              </a:rPr>
              <a:t> </a:t>
            </a:r>
            <a:r>
              <a:rPr dirty="0" sz="1200" spc="-25">
                <a:latin typeface="Times New Roman"/>
                <a:cs typeface="Times New Roman"/>
              </a:rPr>
              <a:t>the </a:t>
            </a:r>
            <a:r>
              <a:rPr dirty="0" sz="1200">
                <a:latin typeface="Times New Roman"/>
                <a:cs typeface="Times New Roman"/>
              </a:rPr>
              <a:t>collection,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modification</a:t>
            </a:r>
            <a:r>
              <a:rPr dirty="0" sz="1200" spc="-1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and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retrieval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of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all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transaction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data.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It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processes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the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data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generated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by</a:t>
            </a:r>
            <a:r>
              <a:rPr dirty="0" sz="1200" spc="-10">
                <a:latin typeface="Times New Roman"/>
                <a:cs typeface="Times New Roman"/>
              </a:rPr>
              <a:t> day-</a:t>
            </a:r>
            <a:r>
              <a:rPr dirty="0" sz="1200" spc="-25">
                <a:latin typeface="Times New Roman"/>
                <a:cs typeface="Times New Roman"/>
              </a:rPr>
              <a:t>to- </a:t>
            </a:r>
            <a:r>
              <a:rPr dirty="0" sz="1200">
                <a:latin typeface="Times New Roman"/>
                <a:cs typeface="Times New Roman"/>
              </a:rPr>
              <a:t>day</a:t>
            </a:r>
            <a:r>
              <a:rPr dirty="0" sz="1200" spc="-4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business</a:t>
            </a:r>
            <a:r>
              <a:rPr dirty="0" sz="1200" spc="-40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operations.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00"/>
              </a:spcBef>
              <a:buFont typeface="Times New Roman"/>
              <a:buAutoNum type="arabicPeriod"/>
            </a:pP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ts val="1770"/>
              </a:lnSpc>
            </a:pPr>
            <a:r>
              <a:rPr dirty="0" sz="1500" b="1">
                <a:latin typeface="Times New Roman"/>
                <a:cs typeface="Times New Roman"/>
              </a:rPr>
              <a:t>LEARNING</a:t>
            </a:r>
            <a:r>
              <a:rPr dirty="0" sz="1500" spc="-90" b="1">
                <a:latin typeface="Times New Roman"/>
                <a:cs typeface="Times New Roman"/>
              </a:rPr>
              <a:t> </a:t>
            </a:r>
            <a:r>
              <a:rPr dirty="0" sz="1500" spc="-10" b="1">
                <a:latin typeface="Times New Roman"/>
                <a:cs typeface="Times New Roman"/>
              </a:rPr>
              <a:t>COMPETENCY</a:t>
            </a:r>
            <a:endParaRPr sz="1500">
              <a:latin typeface="Times New Roman"/>
              <a:cs typeface="Times New Roman"/>
            </a:endParaRPr>
          </a:p>
          <a:p>
            <a:pPr marL="469900">
              <a:lnSpc>
                <a:spcPts val="1410"/>
              </a:lnSpc>
            </a:pPr>
            <a:r>
              <a:rPr dirty="0" sz="1200">
                <a:latin typeface="Times New Roman"/>
                <a:cs typeface="Times New Roman"/>
              </a:rPr>
              <a:t>Explain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what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an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information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system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is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by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identifying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its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major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components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65"/>
              </a:spcBef>
            </a:pP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500" spc="-10" b="1">
                <a:latin typeface="Times New Roman"/>
                <a:cs typeface="Times New Roman"/>
              </a:rPr>
              <a:t>ACTIVITIES</a:t>
            </a:r>
            <a:endParaRPr sz="1500">
              <a:latin typeface="Times New Roman"/>
              <a:cs typeface="Times New Roman"/>
            </a:endParaRPr>
          </a:p>
          <a:p>
            <a:pPr marL="12700">
              <a:lnSpc>
                <a:spcPts val="1410"/>
              </a:lnSpc>
              <a:spcBef>
                <a:spcPts val="1325"/>
              </a:spcBef>
            </a:pPr>
            <a:r>
              <a:rPr dirty="0" sz="1200" b="1">
                <a:latin typeface="Times New Roman"/>
                <a:cs typeface="Times New Roman"/>
              </a:rPr>
              <a:t>ACTIVITY</a:t>
            </a:r>
            <a:r>
              <a:rPr dirty="0" sz="1200" spc="-25" b="1">
                <a:latin typeface="Times New Roman"/>
                <a:cs typeface="Times New Roman"/>
              </a:rPr>
              <a:t> </a:t>
            </a:r>
            <a:r>
              <a:rPr dirty="0" sz="1200" spc="-50" b="1">
                <a:latin typeface="Times New Roman"/>
                <a:cs typeface="Times New Roman"/>
              </a:rPr>
              <a:t>1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ts val="1410"/>
              </a:lnSpc>
            </a:pPr>
            <a:r>
              <a:rPr dirty="0" sz="1200" b="1" i="1">
                <a:latin typeface="Times New Roman"/>
                <a:cs typeface="Times New Roman"/>
              </a:rPr>
              <a:t>Direction:</a:t>
            </a:r>
            <a:r>
              <a:rPr dirty="0" sz="1200" spc="-45" b="1" i="1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Answer</a:t>
            </a:r>
            <a:r>
              <a:rPr dirty="0" sz="1200" spc="-4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the</a:t>
            </a:r>
            <a:r>
              <a:rPr dirty="0" sz="1200" spc="-4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following</a:t>
            </a:r>
            <a:r>
              <a:rPr dirty="0" sz="1200" spc="-4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questions</a:t>
            </a:r>
            <a:r>
              <a:rPr dirty="0" sz="1200" spc="-40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briefly.</a:t>
            </a:r>
            <a:endParaRPr sz="1200">
              <a:latin typeface="Times New Roman"/>
              <a:cs typeface="Times New Roman"/>
            </a:endParaRPr>
          </a:p>
          <a:p>
            <a:pPr lvl="1" marL="469900" indent="-228600">
              <a:lnSpc>
                <a:spcPct val="100000"/>
              </a:lnSpc>
              <a:spcBef>
                <a:spcPts val="1320"/>
              </a:spcBef>
              <a:buFont typeface="Times New Roman"/>
              <a:buAutoNum type="arabicPeriod"/>
              <a:tabLst>
                <a:tab pos="469900" algn="l"/>
              </a:tabLst>
            </a:pPr>
            <a:r>
              <a:rPr dirty="0" sz="1200">
                <a:latin typeface="Times New Roman"/>
                <a:cs typeface="Times New Roman"/>
              </a:rPr>
              <a:t>Define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information</a:t>
            </a:r>
            <a:r>
              <a:rPr dirty="0" sz="1200" spc="-1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system</a:t>
            </a:r>
            <a:r>
              <a:rPr dirty="0" sz="1200" spc="-1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in</a:t>
            </a:r>
            <a:r>
              <a:rPr dirty="0" sz="1200" spc="-1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your</a:t>
            </a:r>
            <a:r>
              <a:rPr dirty="0" sz="1200" spc="-1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own</a:t>
            </a:r>
            <a:r>
              <a:rPr dirty="0" sz="1200" spc="-1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words.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 descr=""/>
          <p:cNvSpPr/>
          <p:nvPr/>
        </p:nvSpPr>
        <p:spPr>
          <a:xfrm>
            <a:off x="1097280" y="7373652"/>
            <a:ext cx="5791200" cy="0"/>
          </a:xfrm>
          <a:custGeom>
            <a:avLst/>
            <a:gdLst/>
            <a:ahLst/>
            <a:cxnLst/>
            <a:rect l="l" t="t" r="r" b="b"/>
            <a:pathLst>
              <a:path w="5791200" h="0">
                <a:moveTo>
                  <a:pt x="0" y="0"/>
                </a:moveTo>
                <a:lnTo>
                  <a:pt x="5791200" y="0"/>
                </a:lnTo>
              </a:path>
            </a:pathLst>
          </a:custGeom>
          <a:ln w="609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/>
          <p:nvPr/>
        </p:nvSpPr>
        <p:spPr>
          <a:xfrm>
            <a:off x="1097280" y="7636519"/>
            <a:ext cx="5791200" cy="0"/>
          </a:xfrm>
          <a:custGeom>
            <a:avLst/>
            <a:gdLst/>
            <a:ahLst/>
            <a:cxnLst/>
            <a:rect l="l" t="t" r="r" b="b"/>
            <a:pathLst>
              <a:path w="5791200" h="0">
                <a:moveTo>
                  <a:pt x="0" y="0"/>
                </a:moveTo>
                <a:lnTo>
                  <a:pt x="5791200" y="0"/>
                </a:lnTo>
              </a:path>
            </a:pathLst>
          </a:custGeom>
          <a:ln w="609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/>
          <p:nvPr/>
        </p:nvSpPr>
        <p:spPr>
          <a:xfrm>
            <a:off x="1097280" y="7899386"/>
            <a:ext cx="5791200" cy="0"/>
          </a:xfrm>
          <a:custGeom>
            <a:avLst/>
            <a:gdLst/>
            <a:ahLst/>
            <a:cxnLst/>
            <a:rect l="l" t="t" r="r" b="b"/>
            <a:pathLst>
              <a:path w="5791200" h="0">
                <a:moveTo>
                  <a:pt x="0" y="0"/>
                </a:moveTo>
                <a:lnTo>
                  <a:pt x="5791200" y="0"/>
                </a:lnTo>
              </a:path>
            </a:pathLst>
          </a:custGeom>
          <a:ln w="609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 txBox="1"/>
          <p:nvPr/>
        </p:nvSpPr>
        <p:spPr>
          <a:xfrm>
            <a:off x="855980" y="7967282"/>
            <a:ext cx="508762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b="1">
                <a:latin typeface="Times New Roman"/>
                <a:cs typeface="Times New Roman"/>
              </a:rPr>
              <a:t>2.</a:t>
            </a:r>
            <a:r>
              <a:rPr dirty="0" sz="1200" spc="135" b="1">
                <a:latin typeface="Times New Roman"/>
                <a:cs typeface="Times New Roman"/>
              </a:rPr>
              <a:t>  </a:t>
            </a:r>
            <a:r>
              <a:rPr dirty="0" sz="1200">
                <a:latin typeface="Times New Roman"/>
                <a:cs typeface="Times New Roman"/>
              </a:rPr>
              <a:t>Explain</a:t>
            </a:r>
            <a:r>
              <a:rPr dirty="0" sz="1200" spc="-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how</a:t>
            </a:r>
            <a:r>
              <a:rPr dirty="0" sz="1200" spc="-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interrelated </a:t>
            </a:r>
            <a:r>
              <a:rPr dirty="0" sz="1200">
                <a:latin typeface="Times New Roman"/>
                <a:cs typeface="Times New Roman"/>
              </a:rPr>
              <a:t>the</a:t>
            </a:r>
            <a:r>
              <a:rPr dirty="0" sz="1200" spc="-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components </a:t>
            </a:r>
            <a:r>
              <a:rPr dirty="0" sz="1200">
                <a:latin typeface="Times New Roman"/>
                <a:cs typeface="Times New Roman"/>
              </a:rPr>
              <a:t>of</a:t>
            </a:r>
            <a:r>
              <a:rPr dirty="0" sz="1200" spc="-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information </a:t>
            </a:r>
            <a:r>
              <a:rPr dirty="0" sz="1200">
                <a:latin typeface="Times New Roman"/>
                <a:cs typeface="Times New Roman"/>
              </a:rPr>
              <a:t>system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to</a:t>
            </a:r>
            <a:r>
              <a:rPr dirty="0" sz="1200" spc="-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one</a:t>
            </a:r>
            <a:r>
              <a:rPr dirty="0" sz="1200" spc="-10">
                <a:latin typeface="Times New Roman"/>
                <a:cs typeface="Times New Roman"/>
              </a:rPr>
              <a:t> another.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7" name="object 7" descr=""/>
          <p:cNvSpPr/>
          <p:nvPr/>
        </p:nvSpPr>
        <p:spPr>
          <a:xfrm>
            <a:off x="1097280" y="8425120"/>
            <a:ext cx="5791200" cy="0"/>
          </a:xfrm>
          <a:custGeom>
            <a:avLst/>
            <a:gdLst/>
            <a:ahLst/>
            <a:cxnLst/>
            <a:rect l="l" t="t" r="r" b="b"/>
            <a:pathLst>
              <a:path w="5791200" h="0">
                <a:moveTo>
                  <a:pt x="0" y="0"/>
                </a:moveTo>
                <a:lnTo>
                  <a:pt x="5791200" y="0"/>
                </a:lnTo>
              </a:path>
            </a:pathLst>
          </a:custGeom>
          <a:ln w="609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 descr=""/>
          <p:cNvSpPr/>
          <p:nvPr/>
        </p:nvSpPr>
        <p:spPr>
          <a:xfrm>
            <a:off x="1097280" y="8687987"/>
            <a:ext cx="5791200" cy="0"/>
          </a:xfrm>
          <a:custGeom>
            <a:avLst/>
            <a:gdLst/>
            <a:ahLst/>
            <a:cxnLst/>
            <a:rect l="l" t="t" r="r" b="b"/>
            <a:pathLst>
              <a:path w="5791200" h="0">
                <a:moveTo>
                  <a:pt x="0" y="0"/>
                </a:moveTo>
                <a:lnTo>
                  <a:pt x="5791200" y="0"/>
                </a:lnTo>
              </a:path>
            </a:pathLst>
          </a:custGeom>
          <a:ln w="609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 descr=""/>
          <p:cNvSpPr/>
          <p:nvPr/>
        </p:nvSpPr>
        <p:spPr>
          <a:xfrm>
            <a:off x="1097280" y="8950855"/>
            <a:ext cx="5791200" cy="0"/>
          </a:xfrm>
          <a:custGeom>
            <a:avLst/>
            <a:gdLst/>
            <a:ahLst/>
            <a:cxnLst/>
            <a:rect l="l" t="t" r="r" b="b"/>
            <a:pathLst>
              <a:path w="5791200" h="0">
                <a:moveTo>
                  <a:pt x="0" y="0"/>
                </a:moveTo>
                <a:lnTo>
                  <a:pt x="5791200" y="0"/>
                </a:lnTo>
              </a:path>
            </a:pathLst>
          </a:custGeom>
          <a:ln w="609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 descr=""/>
          <p:cNvSpPr/>
          <p:nvPr/>
        </p:nvSpPr>
        <p:spPr>
          <a:xfrm>
            <a:off x="1097280" y="9213722"/>
            <a:ext cx="5791200" cy="0"/>
          </a:xfrm>
          <a:custGeom>
            <a:avLst/>
            <a:gdLst/>
            <a:ahLst/>
            <a:cxnLst/>
            <a:rect l="l" t="t" r="r" b="b"/>
            <a:pathLst>
              <a:path w="5791200" h="0">
                <a:moveTo>
                  <a:pt x="0" y="0"/>
                </a:moveTo>
                <a:lnTo>
                  <a:pt x="5791200" y="0"/>
                </a:lnTo>
              </a:path>
            </a:pathLst>
          </a:custGeom>
          <a:ln w="609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410"/>
              </a:lnSpc>
            </a:pPr>
            <a:fld id="{81D60167-4931-47E6-BA6A-407CBD079E47}" type="slidenum">
              <a:rPr dirty="0">
                <a:solidFill>
                  <a:srgbClr val="000000"/>
                </a:solidFill>
              </a:rPr>
              <a:t>1</a:t>
            </a:fld>
            <a:r>
              <a:rPr dirty="0" spc="-5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| </a:t>
            </a:r>
            <a:r>
              <a:rPr dirty="0"/>
              <a:t>P a g </a:t>
            </a:r>
            <a:r>
              <a:rPr dirty="0" spc="-50"/>
              <a:t>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627380" y="1053487"/>
            <a:ext cx="3565525" cy="5019675"/>
          </a:xfrm>
          <a:prstGeom prst="rect">
            <a:avLst/>
          </a:prstGeom>
        </p:spPr>
        <p:txBody>
          <a:bodyPr wrap="square" lIns="0" tIns="927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30"/>
              </a:spcBef>
            </a:pPr>
            <a:r>
              <a:rPr dirty="0" sz="1200" b="1">
                <a:latin typeface="Times New Roman"/>
                <a:cs typeface="Times New Roman"/>
              </a:rPr>
              <a:t>ACTIVITY</a:t>
            </a:r>
            <a:r>
              <a:rPr dirty="0" sz="1200" spc="-25" b="1">
                <a:latin typeface="Times New Roman"/>
                <a:cs typeface="Times New Roman"/>
              </a:rPr>
              <a:t> </a:t>
            </a:r>
            <a:r>
              <a:rPr dirty="0" sz="1200" spc="-50" b="1">
                <a:latin typeface="Times New Roman"/>
                <a:cs typeface="Times New Roman"/>
              </a:rPr>
              <a:t>2</a:t>
            </a:r>
            <a:endParaRPr sz="1200">
              <a:latin typeface="Times New Roman"/>
              <a:cs typeface="Times New Roman"/>
            </a:endParaRPr>
          </a:p>
          <a:p>
            <a:pPr marL="12700" marR="809625">
              <a:lnSpc>
                <a:spcPct val="143700"/>
              </a:lnSpc>
            </a:pPr>
            <a:r>
              <a:rPr dirty="0" sz="1200">
                <a:latin typeface="Times New Roman"/>
                <a:cs typeface="Times New Roman"/>
              </a:rPr>
              <a:t>A.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Give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at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least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2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examples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of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the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following: Application</a:t>
            </a:r>
            <a:r>
              <a:rPr dirty="0" sz="1200" spc="2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Software</a:t>
            </a:r>
            <a:endParaRPr sz="1200">
              <a:latin typeface="Times New Roman"/>
              <a:cs typeface="Times New Roman"/>
            </a:endParaRPr>
          </a:p>
          <a:p>
            <a:pPr marL="469900">
              <a:lnSpc>
                <a:spcPct val="100000"/>
              </a:lnSpc>
              <a:spcBef>
                <a:spcPts val="630"/>
              </a:spcBef>
              <a:tabLst>
                <a:tab pos="3552190" algn="l"/>
              </a:tabLst>
            </a:pPr>
            <a:r>
              <a:rPr dirty="0" sz="1200">
                <a:latin typeface="Times New Roman"/>
                <a:cs typeface="Times New Roman"/>
              </a:rPr>
              <a:t>1.</a:t>
            </a:r>
            <a:r>
              <a:rPr dirty="0" sz="1200" spc="500">
                <a:latin typeface="Times New Roman"/>
                <a:cs typeface="Times New Roman"/>
              </a:rPr>
              <a:t> </a:t>
            </a:r>
            <a:r>
              <a:rPr dirty="0" u="sng" sz="120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	</a:t>
            </a:r>
            <a:endParaRPr sz="1200">
              <a:latin typeface="Times New Roman"/>
              <a:cs typeface="Times New Roman"/>
            </a:endParaRPr>
          </a:p>
          <a:p>
            <a:pPr marL="469900">
              <a:lnSpc>
                <a:spcPct val="100000"/>
              </a:lnSpc>
              <a:spcBef>
                <a:spcPts val="630"/>
              </a:spcBef>
              <a:tabLst>
                <a:tab pos="3552190" algn="l"/>
              </a:tabLst>
            </a:pPr>
            <a:r>
              <a:rPr dirty="0" sz="1200">
                <a:latin typeface="Times New Roman"/>
                <a:cs typeface="Times New Roman"/>
              </a:rPr>
              <a:t>2.</a:t>
            </a:r>
            <a:r>
              <a:rPr dirty="0" sz="1200" spc="500">
                <a:latin typeface="Times New Roman"/>
                <a:cs typeface="Times New Roman"/>
              </a:rPr>
              <a:t> </a:t>
            </a:r>
            <a:r>
              <a:rPr dirty="0" u="sng" sz="120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	</a:t>
            </a:r>
            <a:endParaRPr sz="1200">
              <a:latin typeface="Times New Roman"/>
              <a:cs typeface="Times New Roman"/>
            </a:endParaRPr>
          </a:p>
          <a:p>
            <a:pPr marL="50165">
              <a:lnSpc>
                <a:spcPct val="100000"/>
              </a:lnSpc>
              <a:spcBef>
                <a:spcPts val="630"/>
              </a:spcBef>
            </a:pPr>
            <a:r>
              <a:rPr dirty="0" sz="1200" spc="-10">
                <a:latin typeface="Times New Roman"/>
                <a:cs typeface="Times New Roman"/>
              </a:rPr>
              <a:t>Hardware</a:t>
            </a:r>
            <a:endParaRPr sz="1200">
              <a:latin typeface="Times New Roman"/>
              <a:cs typeface="Times New Roman"/>
            </a:endParaRPr>
          </a:p>
          <a:p>
            <a:pPr marL="469900">
              <a:lnSpc>
                <a:spcPct val="100000"/>
              </a:lnSpc>
              <a:spcBef>
                <a:spcPts val="630"/>
              </a:spcBef>
              <a:tabLst>
                <a:tab pos="3552190" algn="l"/>
              </a:tabLst>
            </a:pPr>
            <a:r>
              <a:rPr dirty="0" sz="1200">
                <a:latin typeface="Times New Roman"/>
                <a:cs typeface="Times New Roman"/>
              </a:rPr>
              <a:t>1.</a:t>
            </a:r>
            <a:r>
              <a:rPr dirty="0" sz="1200" spc="500">
                <a:latin typeface="Times New Roman"/>
                <a:cs typeface="Times New Roman"/>
              </a:rPr>
              <a:t> </a:t>
            </a:r>
            <a:r>
              <a:rPr dirty="0" u="sng" sz="120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	</a:t>
            </a:r>
            <a:endParaRPr sz="1200">
              <a:latin typeface="Times New Roman"/>
              <a:cs typeface="Times New Roman"/>
            </a:endParaRPr>
          </a:p>
          <a:p>
            <a:pPr marL="469900">
              <a:lnSpc>
                <a:spcPct val="100000"/>
              </a:lnSpc>
              <a:spcBef>
                <a:spcPts val="630"/>
              </a:spcBef>
              <a:tabLst>
                <a:tab pos="3552190" algn="l"/>
              </a:tabLst>
            </a:pPr>
            <a:r>
              <a:rPr dirty="0" sz="1200">
                <a:latin typeface="Times New Roman"/>
                <a:cs typeface="Times New Roman"/>
              </a:rPr>
              <a:t>2.</a:t>
            </a:r>
            <a:r>
              <a:rPr dirty="0" sz="1200" spc="500">
                <a:latin typeface="Times New Roman"/>
                <a:cs typeface="Times New Roman"/>
              </a:rPr>
              <a:t> </a:t>
            </a:r>
            <a:r>
              <a:rPr dirty="0" u="sng" sz="120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	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630"/>
              </a:spcBef>
            </a:pPr>
            <a:r>
              <a:rPr dirty="0" sz="1200" spc="-20">
                <a:latin typeface="Times New Roman"/>
                <a:cs typeface="Times New Roman"/>
              </a:rPr>
              <a:t>Data</a:t>
            </a:r>
            <a:endParaRPr sz="1200">
              <a:latin typeface="Times New Roman"/>
              <a:cs typeface="Times New Roman"/>
            </a:endParaRPr>
          </a:p>
          <a:p>
            <a:pPr marL="469900">
              <a:lnSpc>
                <a:spcPct val="100000"/>
              </a:lnSpc>
              <a:spcBef>
                <a:spcPts val="630"/>
              </a:spcBef>
              <a:tabLst>
                <a:tab pos="3552190" algn="l"/>
              </a:tabLst>
            </a:pPr>
            <a:r>
              <a:rPr dirty="0" sz="1200">
                <a:latin typeface="Times New Roman"/>
                <a:cs typeface="Times New Roman"/>
              </a:rPr>
              <a:t>1.</a:t>
            </a:r>
            <a:r>
              <a:rPr dirty="0" sz="1200" spc="500">
                <a:latin typeface="Times New Roman"/>
                <a:cs typeface="Times New Roman"/>
              </a:rPr>
              <a:t> </a:t>
            </a:r>
            <a:r>
              <a:rPr dirty="0" u="sng" sz="120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	</a:t>
            </a:r>
            <a:endParaRPr sz="1200">
              <a:latin typeface="Times New Roman"/>
              <a:cs typeface="Times New Roman"/>
            </a:endParaRPr>
          </a:p>
          <a:p>
            <a:pPr marL="469900">
              <a:lnSpc>
                <a:spcPct val="100000"/>
              </a:lnSpc>
              <a:spcBef>
                <a:spcPts val="625"/>
              </a:spcBef>
              <a:tabLst>
                <a:tab pos="3552190" algn="l"/>
              </a:tabLst>
            </a:pPr>
            <a:r>
              <a:rPr dirty="0" sz="1200">
                <a:latin typeface="Times New Roman"/>
                <a:cs typeface="Times New Roman"/>
              </a:rPr>
              <a:t>2.</a:t>
            </a:r>
            <a:r>
              <a:rPr dirty="0" sz="1200" spc="500">
                <a:latin typeface="Times New Roman"/>
                <a:cs typeface="Times New Roman"/>
              </a:rPr>
              <a:t> </a:t>
            </a:r>
            <a:r>
              <a:rPr dirty="0" u="sng" sz="120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	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630"/>
              </a:spcBef>
            </a:pPr>
            <a:r>
              <a:rPr dirty="0" sz="1200">
                <a:latin typeface="Times New Roman"/>
                <a:cs typeface="Times New Roman"/>
              </a:rPr>
              <a:t>Systems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Software</a:t>
            </a:r>
            <a:endParaRPr sz="1200">
              <a:latin typeface="Times New Roman"/>
              <a:cs typeface="Times New Roman"/>
            </a:endParaRPr>
          </a:p>
          <a:p>
            <a:pPr marL="469900">
              <a:lnSpc>
                <a:spcPct val="100000"/>
              </a:lnSpc>
              <a:spcBef>
                <a:spcPts val="630"/>
              </a:spcBef>
              <a:tabLst>
                <a:tab pos="3552190" algn="l"/>
              </a:tabLst>
            </a:pPr>
            <a:r>
              <a:rPr dirty="0" sz="1200">
                <a:latin typeface="Times New Roman"/>
                <a:cs typeface="Times New Roman"/>
              </a:rPr>
              <a:t>1.</a:t>
            </a:r>
            <a:r>
              <a:rPr dirty="0" sz="1200" spc="500">
                <a:latin typeface="Times New Roman"/>
                <a:cs typeface="Times New Roman"/>
              </a:rPr>
              <a:t> </a:t>
            </a:r>
            <a:r>
              <a:rPr dirty="0" u="sng" sz="120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	</a:t>
            </a:r>
            <a:endParaRPr sz="1200">
              <a:latin typeface="Times New Roman"/>
              <a:cs typeface="Times New Roman"/>
            </a:endParaRPr>
          </a:p>
          <a:p>
            <a:pPr marL="469900">
              <a:lnSpc>
                <a:spcPct val="100000"/>
              </a:lnSpc>
              <a:spcBef>
                <a:spcPts val="630"/>
              </a:spcBef>
              <a:tabLst>
                <a:tab pos="3552190" algn="l"/>
              </a:tabLst>
            </a:pPr>
            <a:r>
              <a:rPr dirty="0" sz="1200">
                <a:latin typeface="Times New Roman"/>
                <a:cs typeface="Times New Roman"/>
              </a:rPr>
              <a:t>2.</a:t>
            </a:r>
            <a:r>
              <a:rPr dirty="0" sz="1200" spc="500">
                <a:latin typeface="Times New Roman"/>
                <a:cs typeface="Times New Roman"/>
              </a:rPr>
              <a:t> </a:t>
            </a:r>
            <a:r>
              <a:rPr dirty="0" u="sng" sz="120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	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630"/>
              </a:spcBef>
            </a:pPr>
            <a:r>
              <a:rPr dirty="0" sz="1200">
                <a:latin typeface="Times New Roman"/>
                <a:cs typeface="Times New Roman"/>
              </a:rPr>
              <a:t>Transaction</a:t>
            </a:r>
            <a:r>
              <a:rPr dirty="0" sz="1200" spc="-6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Processing</a:t>
            </a:r>
            <a:r>
              <a:rPr dirty="0" sz="1200" spc="-5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System</a:t>
            </a:r>
            <a:endParaRPr sz="1200">
              <a:latin typeface="Times New Roman"/>
              <a:cs typeface="Times New Roman"/>
            </a:endParaRPr>
          </a:p>
          <a:p>
            <a:pPr marL="469900">
              <a:lnSpc>
                <a:spcPct val="100000"/>
              </a:lnSpc>
              <a:spcBef>
                <a:spcPts val="630"/>
              </a:spcBef>
              <a:tabLst>
                <a:tab pos="3552190" algn="l"/>
              </a:tabLst>
            </a:pPr>
            <a:r>
              <a:rPr dirty="0" sz="1200">
                <a:latin typeface="Times New Roman"/>
                <a:cs typeface="Times New Roman"/>
              </a:rPr>
              <a:t>1.</a:t>
            </a:r>
            <a:r>
              <a:rPr dirty="0" sz="1200" spc="500">
                <a:latin typeface="Times New Roman"/>
                <a:cs typeface="Times New Roman"/>
              </a:rPr>
              <a:t> </a:t>
            </a:r>
            <a:r>
              <a:rPr dirty="0" u="sng" sz="120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	</a:t>
            </a:r>
            <a:endParaRPr sz="1200">
              <a:latin typeface="Times New Roman"/>
              <a:cs typeface="Times New Roman"/>
            </a:endParaRPr>
          </a:p>
          <a:p>
            <a:pPr marL="469900">
              <a:lnSpc>
                <a:spcPct val="100000"/>
              </a:lnSpc>
              <a:spcBef>
                <a:spcPts val="630"/>
              </a:spcBef>
              <a:tabLst>
                <a:tab pos="3552190" algn="l"/>
              </a:tabLst>
            </a:pPr>
            <a:r>
              <a:rPr dirty="0" sz="1200">
                <a:latin typeface="Times New Roman"/>
                <a:cs typeface="Times New Roman"/>
              </a:rPr>
              <a:t>2.</a:t>
            </a:r>
            <a:r>
              <a:rPr dirty="0" sz="1200" spc="500">
                <a:latin typeface="Times New Roman"/>
                <a:cs typeface="Times New Roman"/>
              </a:rPr>
              <a:t> </a:t>
            </a:r>
            <a:r>
              <a:rPr dirty="0" u="sng" sz="120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	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955"/>
              </a:spcBef>
            </a:pP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500" spc="-10" b="1">
                <a:latin typeface="Times New Roman"/>
                <a:cs typeface="Times New Roman"/>
              </a:rPr>
              <a:t>REFLECTION:</a:t>
            </a:r>
            <a:endParaRPr sz="1500">
              <a:latin typeface="Times New Roman"/>
              <a:cs typeface="Times New Roman"/>
            </a:endParaRPr>
          </a:p>
        </p:txBody>
      </p:sp>
      <p:sp>
        <p:nvSpPr>
          <p:cNvPr id="3" name="object 3" descr=""/>
          <p:cNvSpPr/>
          <p:nvPr/>
        </p:nvSpPr>
        <p:spPr>
          <a:xfrm>
            <a:off x="640080" y="6344828"/>
            <a:ext cx="6248400" cy="0"/>
          </a:xfrm>
          <a:custGeom>
            <a:avLst/>
            <a:gdLst/>
            <a:ahLst/>
            <a:cxnLst/>
            <a:rect l="l" t="t" r="r" b="b"/>
            <a:pathLst>
              <a:path w="6248400" h="0">
                <a:moveTo>
                  <a:pt x="0" y="0"/>
                </a:moveTo>
                <a:lnTo>
                  <a:pt x="6248400" y="0"/>
                </a:lnTo>
              </a:path>
            </a:pathLst>
          </a:custGeom>
          <a:ln w="609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/>
          <p:nvPr/>
        </p:nvSpPr>
        <p:spPr>
          <a:xfrm>
            <a:off x="640080" y="6607695"/>
            <a:ext cx="6248400" cy="0"/>
          </a:xfrm>
          <a:custGeom>
            <a:avLst/>
            <a:gdLst/>
            <a:ahLst/>
            <a:cxnLst/>
            <a:rect l="l" t="t" r="r" b="b"/>
            <a:pathLst>
              <a:path w="6248400" h="0">
                <a:moveTo>
                  <a:pt x="0" y="0"/>
                </a:moveTo>
                <a:lnTo>
                  <a:pt x="6248400" y="0"/>
                </a:lnTo>
              </a:path>
            </a:pathLst>
          </a:custGeom>
          <a:ln w="609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/>
          <p:nvPr/>
        </p:nvSpPr>
        <p:spPr>
          <a:xfrm>
            <a:off x="640080" y="6870563"/>
            <a:ext cx="6248400" cy="0"/>
          </a:xfrm>
          <a:custGeom>
            <a:avLst/>
            <a:gdLst/>
            <a:ahLst/>
            <a:cxnLst/>
            <a:rect l="l" t="t" r="r" b="b"/>
            <a:pathLst>
              <a:path w="6248400" h="0">
                <a:moveTo>
                  <a:pt x="0" y="0"/>
                </a:moveTo>
                <a:lnTo>
                  <a:pt x="6248400" y="0"/>
                </a:lnTo>
              </a:path>
            </a:pathLst>
          </a:custGeom>
          <a:ln w="609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 txBox="1"/>
          <p:nvPr/>
        </p:nvSpPr>
        <p:spPr>
          <a:xfrm>
            <a:off x="627380" y="6828424"/>
            <a:ext cx="5966460" cy="1682114"/>
          </a:xfrm>
          <a:prstGeom prst="rect">
            <a:avLst/>
          </a:prstGeom>
        </p:spPr>
        <p:txBody>
          <a:bodyPr wrap="square" lIns="0" tIns="12001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44"/>
              </a:spcBef>
            </a:pPr>
            <a:r>
              <a:rPr dirty="0" sz="1500" spc="-10" b="1">
                <a:latin typeface="Times New Roman"/>
                <a:cs typeface="Times New Roman"/>
              </a:rPr>
              <a:t>REFERENCES</a:t>
            </a:r>
            <a:endParaRPr sz="1500">
              <a:latin typeface="Times New Roman"/>
              <a:cs typeface="Times New Roman"/>
            </a:endParaRPr>
          </a:p>
          <a:p>
            <a:pPr marL="12700" marR="299085">
              <a:lnSpc>
                <a:spcPct val="143700"/>
              </a:lnSpc>
              <a:spcBef>
                <a:spcPts val="50"/>
              </a:spcBef>
            </a:pPr>
            <a:r>
              <a:rPr dirty="0" u="sng" sz="1200">
                <a:solidFill>
                  <a:srgbClr val="0563C0"/>
                </a:solidFill>
                <a:uFill>
                  <a:solidFill>
                    <a:srgbClr val="0563C0"/>
                  </a:solidFill>
                </a:uFill>
                <a:latin typeface="Times New Roman"/>
                <a:cs typeface="Times New Roman"/>
                <a:hlinkClick r:id="rId2"/>
              </a:rPr>
              <a:t>Chapter</a:t>
            </a:r>
            <a:r>
              <a:rPr dirty="0" u="sng" sz="1200" spc="-15">
                <a:solidFill>
                  <a:srgbClr val="0563C0"/>
                </a:solidFill>
                <a:uFill>
                  <a:solidFill>
                    <a:srgbClr val="0563C0"/>
                  </a:solidFill>
                </a:uFill>
                <a:latin typeface="Times New Roman"/>
                <a:cs typeface="Times New Roman"/>
                <a:hlinkClick r:id="rId2"/>
              </a:rPr>
              <a:t> </a:t>
            </a:r>
            <a:r>
              <a:rPr dirty="0" u="sng" sz="1200">
                <a:solidFill>
                  <a:srgbClr val="0563C0"/>
                </a:solidFill>
                <a:uFill>
                  <a:solidFill>
                    <a:srgbClr val="0563C0"/>
                  </a:solidFill>
                </a:uFill>
                <a:latin typeface="Times New Roman"/>
                <a:cs typeface="Times New Roman"/>
                <a:hlinkClick r:id="rId2"/>
              </a:rPr>
              <a:t>1:</a:t>
            </a:r>
            <a:r>
              <a:rPr dirty="0" u="sng" sz="1200" spc="-15">
                <a:solidFill>
                  <a:srgbClr val="0563C0"/>
                </a:solidFill>
                <a:uFill>
                  <a:solidFill>
                    <a:srgbClr val="0563C0"/>
                  </a:solidFill>
                </a:uFill>
                <a:latin typeface="Times New Roman"/>
                <a:cs typeface="Times New Roman"/>
                <a:hlinkClick r:id="rId2"/>
              </a:rPr>
              <a:t> </a:t>
            </a:r>
            <a:r>
              <a:rPr dirty="0" u="sng" sz="1200">
                <a:solidFill>
                  <a:srgbClr val="0563C0"/>
                </a:solidFill>
                <a:uFill>
                  <a:solidFill>
                    <a:srgbClr val="0563C0"/>
                  </a:solidFill>
                </a:uFill>
                <a:latin typeface="Times New Roman"/>
                <a:cs typeface="Times New Roman"/>
                <a:hlinkClick r:id="rId2"/>
              </a:rPr>
              <a:t>What</a:t>
            </a:r>
            <a:r>
              <a:rPr dirty="0" u="sng" sz="1200" spc="-15">
                <a:solidFill>
                  <a:srgbClr val="0563C0"/>
                </a:solidFill>
                <a:uFill>
                  <a:solidFill>
                    <a:srgbClr val="0563C0"/>
                  </a:solidFill>
                </a:uFill>
                <a:latin typeface="Times New Roman"/>
                <a:cs typeface="Times New Roman"/>
                <a:hlinkClick r:id="rId2"/>
              </a:rPr>
              <a:t> </a:t>
            </a:r>
            <a:r>
              <a:rPr dirty="0" u="sng" sz="1200">
                <a:solidFill>
                  <a:srgbClr val="0563C0"/>
                </a:solidFill>
                <a:uFill>
                  <a:solidFill>
                    <a:srgbClr val="0563C0"/>
                  </a:solidFill>
                </a:uFill>
                <a:latin typeface="Times New Roman"/>
                <a:cs typeface="Times New Roman"/>
                <a:hlinkClick r:id="rId2"/>
              </a:rPr>
              <a:t>Is</a:t>
            </a:r>
            <a:r>
              <a:rPr dirty="0" u="sng" sz="1200" spc="-15">
                <a:solidFill>
                  <a:srgbClr val="0563C0"/>
                </a:solidFill>
                <a:uFill>
                  <a:solidFill>
                    <a:srgbClr val="0563C0"/>
                  </a:solidFill>
                </a:uFill>
                <a:latin typeface="Times New Roman"/>
                <a:cs typeface="Times New Roman"/>
                <a:hlinkClick r:id="rId2"/>
              </a:rPr>
              <a:t> </a:t>
            </a:r>
            <a:r>
              <a:rPr dirty="0" u="sng" sz="1200">
                <a:solidFill>
                  <a:srgbClr val="0563C0"/>
                </a:solidFill>
                <a:uFill>
                  <a:solidFill>
                    <a:srgbClr val="0563C0"/>
                  </a:solidFill>
                </a:uFill>
                <a:latin typeface="Times New Roman"/>
                <a:cs typeface="Times New Roman"/>
                <a:hlinkClick r:id="rId2"/>
              </a:rPr>
              <a:t>an</a:t>
            </a:r>
            <a:r>
              <a:rPr dirty="0" u="sng" sz="1200" spc="-15">
                <a:solidFill>
                  <a:srgbClr val="0563C0"/>
                </a:solidFill>
                <a:uFill>
                  <a:solidFill>
                    <a:srgbClr val="0563C0"/>
                  </a:solidFill>
                </a:uFill>
                <a:latin typeface="Times New Roman"/>
                <a:cs typeface="Times New Roman"/>
                <a:hlinkClick r:id="rId2"/>
              </a:rPr>
              <a:t> </a:t>
            </a:r>
            <a:r>
              <a:rPr dirty="0" u="sng" sz="1200" spc="-10">
                <a:solidFill>
                  <a:srgbClr val="0563C0"/>
                </a:solidFill>
                <a:uFill>
                  <a:solidFill>
                    <a:srgbClr val="0563C0"/>
                  </a:solidFill>
                </a:uFill>
                <a:latin typeface="Times New Roman"/>
                <a:cs typeface="Times New Roman"/>
                <a:hlinkClick r:id="rId2"/>
              </a:rPr>
              <a:t>Information</a:t>
            </a:r>
            <a:r>
              <a:rPr dirty="0" u="sng" sz="1200" spc="-15">
                <a:solidFill>
                  <a:srgbClr val="0563C0"/>
                </a:solidFill>
                <a:uFill>
                  <a:solidFill>
                    <a:srgbClr val="0563C0"/>
                  </a:solidFill>
                </a:uFill>
                <a:latin typeface="Times New Roman"/>
                <a:cs typeface="Times New Roman"/>
                <a:hlinkClick r:id="rId2"/>
              </a:rPr>
              <a:t> </a:t>
            </a:r>
            <a:r>
              <a:rPr dirty="0" u="sng" sz="1200">
                <a:solidFill>
                  <a:srgbClr val="0563C0"/>
                </a:solidFill>
                <a:uFill>
                  <a:solidFill>
                    <a:srgbClr val="0563C0"/>
                  </a:solidFill>
                </a:uFill>
                <a:latin typeface="Times New Roman"/>
                <a:cs typeface="Times New Roman"/>
                <a:hlinkClick r:id="rId2"/>
              </a:rPr>
              <a:t>System?</a:t>
            </a:r>
            <a:r>
              <a:rPr dirty="0" u="sng" sz="1200" spc="-15">
                <a:solidFill>
                  <a:srgbClr val="0563C0"/>
                </a:solidFill>
                <a:uFill>
                  <a:solidFill>
                    <a:srgbClr val="0563C0"/>
                  </a:solidFill>
                </a:uFill>
                <a:latin typeface="Times New Roman"/>
                <a:cs typeface="Times New Roman"/>
                <a:hlinkClick r:id="rId2"/>
              </a:rPr>
              <a:t> </a:t>
            </a:r>
            <a:r>
              <a:rPr dirty="0" u="sng" sz="1200">
                <a:solidFill>
                  <a:srgbClr val="0563C0"/>
                </a:solidFill>
                <a:uFill>
                  <a:solidFill>
                    <a:srgbClr val="0563C0"/>
                  </a:solidFill>
                </a:uFill>
                <a:latin typeface="Times New Roman"/>
                <a:cs typeface="Times New Roman"/>
                <a:hlinkClick r:id="rId2"/>
              </a:rPr>
              <a:t>–</a:t>
            </a:r>
            <a:r>
              <a:rPr dirty="0" u="sng" sz="1200" spc="-15">
                <a:solidFill>
                  <a:srgbClr val="0563C0"/>
                </a:solidFill>
                <a:uFill>
                  <a:solidFill>
                    <a:srgbClr val="0563C0"/>
                  </a:solidFill>
                </a:uFill>
                <a:latin typeface="Times New Roman"/>
                <a:cs typeface="Times New Roman"/>
                <a:hlinkClick r:id="rId2"/>
              </a:rPr>
              <a:t> </a:t>
            </a:r>
            <a:r>
              <a:rPr dirty="0" u="sng" sz="1200" spc="-10">
                <a:solidFill>
                  <a:srgbClr val="0563C0"/>
                </a:solidFill>
                <a:uFill>
                  <a:solidFill>
                    <a:srgbClr val="0563C0"/>
                  </a:solidFill>
                </a:uFill>
                <a:latin typeface="Times New Roman"/>
                <a:cs typeface="Times New Roman"/>
                <a:hlinkClick r:id="rId2"/>
              </a:rPr>
              <a:t>Information</a:t>
            </a:r>
            <a:r>
              <a:rPr dirty="0" u="sng" sz="1200" spc="-15">
                <a:solidFill>
                  <a:srgbClr val="0563C0"/>
                </a:solidFill>
                <a:uFill>
                  <a:solidFill>
                    <a:srgbClr val="0563C0"/>
                  </a:solidFill>
                </a:uFill>
                <a:latin typeface="Times New Roman"/>
                <a:cs typeface="Times New Roman"/>
                <a:hlinkClick r:id="rId2"/>
              </a:rPr>
              <a:t> </a:t>
            </a:r>
            <a:r>
              <a:rPr dirty="0" u="sng" sz="1200">
                <a:solidFill>
                  <a:srgbClr val="0563C0"/>
                </a:solidFill>
                <a:uFill>
                  <a:solidFill>
                    <a:srgbClr val="0563C0"/>
                  </a:solidFill>
                </a:uFill>
                <a:latin typeface="Times New Roman"/>
                <a:cs typeface="Times New Roman"/>
                <a:hlinkClick r:id="rId2"/>
              </a:rPr>
              <a:t>Systems</a:t>
            </a:r>
            <a:r>
              <a:rPr dirty="0" u="sng" sz="1200" spc="-15">
                <a:solidFill>
                  <a:srgbClr val="0563C0"/>
                </a:solidFill>
                <a:uFill>
                  <a:solidFill>
                    <a:srgbClr val="0563C0"/>
                  </a:solidFill>
                </a:uFill>
                <a:latin typeface="Times New Roman"/>
                <a:cs typeface="Times New Roman"/>
                <a:hlinkClick r:id="rId2"/>
              </a:rPr>
              <a:t> </a:t>
            </a:r>
            <a:r>
              <a:rPr dirty="0" u="sng" sz="1200">
                <a:solidFill>
                  <a:srgbClr val="0563C0"/>
                </a:solidFill>
                <a:uFill>
                  <a:solidFill>
                    <a:srgbClr val="0563C0"/>
                  </a:solidFill>
                </a:uFill>
                <a:latin typeface="Times New Roman"/>
                <a:cs typeface="Times New Roman"/>
                <a:hlinkClick r:id="rId2"/>
              </a:rPr>
              <a:t>for</a:t>
            </a:r>
            <a:r>
              <a:rPr dirty="0" u="sng" sz="1200" spc="-15">
                <a:solidFill>
                  <a:srgbClr val="0563C0"/>
                </a:solidFill>
                <a:uFill>
                  <a:solidFill>
                    <a:srgbClr val="0563C0"/>
                  </a:solidFill>
                </a:uFill>
                <a:latin typeface="Times New Roman"/>
                <a:cs typeface="Times New Roman"/>
                <a:hlinkClick r:id="rId2"/>
              </a:rPr>
              <a:t> </a:t>
            </a:r>
            <a:r>
              <a:rPr dirty="0" u="sng" sz="1200">
                <a:solidFill>
                  <a:srgbClr val="0563C0"/>
                </a:solidFill>
                <a:uFill>
                  <a:solidFill>
                    <a:srgbClr val="0563C0"/>
                  </a:solidFill>
                </a:uFill>
                <a:latin typeface="Times New Roman"/>
                <a:cs typeface="Times New Roman"/>
                <a:hlinkClick r:id="rId2"/>
              </a:rPr>
              <a:t>Business</a:t>
            </a:r>
            <a:r>
              <a:rPr dirty="0" u="sng" sz="1200" spc="-15">
                <a:solidFill>
                  <a:srgbClr val="0563C0"/>
                </a:solidFill>
                <a:uFill>
                  <a:solidFill>
                    <a:srgbClr val="0563C0"/>
                  </a:solidFill>
                </a:uFill>
                <a:latin typeface="Times New Roman"/>
                <a:cs typeface="Times New Roman"/>
                <a:hlinkClick r:id="rId2"/>
              </a:rPr>
              <a:t> </a:t>
            </a:r>
            <a:r>
              <a:rPr dirty="0" u="sng" sz="1200">
                <a:solidFill>
                  <a:srgbClr val="0563C0"/>
                </a:solidFill>
                <a:uFill>
                  <a:solidFill>
                    <a:srgbClr val="0563C0"/>
                  </a:solidFill>
                </a:uFill>
                <a:latin typeface="Times New Roman"/>
                <a:cs typeface="Times New Roman"/>
                <a:hlinkClick r:id="rId2"/>
              </a:rPr>
              <a:t>and</a:t>
            </a:r>
            <a:r>
              <a:rPr dirty="0" u="sng" sz="1200" spc="-15">
                <a:solidFill>
                  <a:srgbClr val="0563C0"/>
                </a:solidFill>
                <a:uFill>
                  <a:solidFill>
                    <a:srgbClr val="0563C0"/>
                  </a:solidFill>
                </a:uFill>
                <a:latin typeface="Times New Roman"/>
                <a:cs typeface="Times New Roman"/>
                <a:hlinkClick r:id="rId2"/>
              </a:rPr>
              <a:t> </a:t>
            </a:r>
            <a:r>
              <a:rPr dirty="0" u="sng" sz="1200" spc="-10">
                <a:solidFill>
                  <a:srgbClr val="0563C0"/>
                </a:solidFill>
                <a:uFill>
                  <a:solidFill>
                    <a:srgbClr val="0563C0"/>
                  </a:solidFill>
                </a:uFill>
                <a:latin typeface="Times New Roman"/>
                <a:cs typeface="Times New Roman"/>
                <a:hlinkClick r:id="rId2"/>
              </a:rPr>
              <a:t>Beyond</a:t>
            </a:r>
            <a:r>
              <a:rPr dirty="0" sz="1200" spc="-10">
                <a:solidFill>
                  <a:srgbClr val="0563C0"/>
                </a:solidFill>
                <a:latin typeface="Times New Roman"/>
                <a:cs typeface="Times New Roman"/>
              </a:rPr>
              <a:t> </a:t>
            </a:r>
            <a:r>
              <a:rPr dirty="0" u="sng" sz="1200" spc="-10">
                <a:solidFill>
                  <a:srgbClr val="0563C0"/>
                </a:solidFill>
                <a:uFill>
                  <a:solidFill>
                    <a:srgbClr val="0563C0"/>
                  </a:solidFill>
                </a:uFill>
                <a:latin typeface="Times New Roman"/>
                <a:cs typeface="Times New Roman"/>
                <a:hlinkClick r:id="rId2"/>
              </a:rPr>
              <a:t>(pressbooks.com)</a:t>
            </a:r>
            <a:endParaRPr sz="1200">
              <a:latin typeface="Times New Roman"/>
              <a:cs typeface="Times New Roman"/>
            </a:endParaRPr>
          </a:p>
          <a:p>
            <a:pPr marL="12700" marR="713105">
              <a:lnSpc>
                <a:spcPct val="143700"/>
              </a:lnSpc>
            </a:pPr>
            <a:r>
              <a:rPr dirty="0" u="sng" sz="1200">
                <a:solidFill>
                  <a:srgbClr val="0563C0"/>
                </a:solidFill>
                <a:uFill>
                  <a:solidFill>
                    <a:srgbClr val="0563C0"/>
                  </a:solidFill>
                </a:uFill>
                <a:latin typeface="Times New Roman"/>
                <a:cs typeface="Times New Roman"/>
                <a:hlinkClick r:id="rId3"/>
              </a:rPr>
              <a:t>IT</a:t>
            </a:r>
            <a:r>
              <a:rPr dirty="0" u="sng" sz="1200" spc="-20">
                <a:solidFill>
                  <a:srgbClr val="0563C0"/>
                </a:solidFill>
                <a:uFill>
                  <a:solidFill>
                    <a:srgbClr val="0563C0"/>
                  </a:solidFill>
                </a:uFill>
                <a:latin typeface="Times New Roman"/>
                <a:cs typeface="Times New Roman"/>
                <a:hlinkClick r:id="rId3"/>
              </a:rPr>
              <a:t> </a:t>
            </a:r>
            <a:r>
              <a:rPr dirty="0" u="sng" sz="1200">
                <a:solidFill>
                  <a:srgbClr val="0563C0"/>
                </a:solidFill>
                <a:uFill>
                  <a:solidFill>
                    <a:srgbClr val="0563C0"/>
                  </a:solidFill>
                </a:uFill>
                <a:latin typeface="Times New Roman"/>
                <a:cs typeface="Times New Roman"/>
                <a:hlinkClick r:id="rId3"/>
              </a:rPr>
              <a:t>in</a:t>
            </a:r>
            <a:r>
              <a:rPr dirty="0" u="sng" sz="1200" spc="-20">
                <a:solidFill>
                  <a:srgbClr val="0563C0"/>
                </a:solidFill>
                <a:uFill>
                  <a:solidFill>
                    <a:srgbClr val="0563C0"/>
                  </a:solidFill>
                </a:uFill>
                <a:latin typeface="Times New Roman"/>
                <a:cs typeface="Times New Roman"/>
                <a:hlinkClick r:id="rId3"/>
              </a:rPr>
              <a:t> </a:t>
            </a:r>
            <a:r>
              <a:rPr dirty="0" u="sng" sz="1200">
                <a:solidFill>
                  <a:srgbClr val="0563C0"/>
                </a:solidFill>
                <a:uFill>
                  <a:solidFill>
                    <a:srgbClr val="0563C0"/>
                  </a:solidFill>
                </a:uFill>
                <a:latin typeface="Times New Roman"/>
                <a:cs typeface="Times New Roman"/>
                <a:hlinkClick r:id="rId3"/>
              </a:rPr>
              <a:t>Dairy</a:t>
            </a:r>
            <a:r>
              <a:rPr dirty="0" u="sng" sz="1200" spc="-20">
                <a:solidFill>
                  <a:srgbClr val="0563C0"/>
                </a:solidFill>
                <a:uFill>
                  <a:solidFill>
                    <a:srgbClr val="0563C0"/>
                  </a:solidFill>
                </a:uFill>
                <a:latin typeface="Times New Roman"/>
                <a:cs typeface="Times New Roman"/>
                <a:hlinkClick r:id="rId3"/>
              </a:rPr>
              <a:t> </a:t>
            </a:r>
            <a:r>
              <a:rPr dirty="0" u="sng" sz="1200">
                <a:solidFill>
                  <a:srgbClr val="0563C0"/>
                </a:solidFill>
                <a:uFill>
                  <a:solidFill>
                    <a:srgbClr val="0563C0"/>
                  </a:solidFill>
                </a:uFill>
                <a:latin typeface="Times New Roman"/>
                <a:cs typeface="Times New Roman"/>
                <a:hlinkClick r:id="rId3"/>
              </a:rPr>
              <a:t>Industry:</a:t>
            </a:r>
            <a:r>
              <a:rPr dirty="0" u="sng" sz="1200" spc="-20">
                <a:solidFill>
                  <a:srgbClr val="0563C0"/>
                </a:solidFill>
                <a:uFill>
                  <a:solidFill>
                    <a:srgbClr val="0563C0"/>
                  </a:solidFill>
                </a:uFill>
                <a:latin typeface="Times New Roman"/>
                <a:cs typeface="Times New Roman"/>
                <a:hlinkClick r:id="rId3"/>
              </a:rPr>
              <a:t> </a:t>
            </a:r>
            <a:r>
              <a:rPr dirty="0" u="sng" sz="1200">
                <a:solidFill>
                  <a:srgbClr val="0563C0"/>
                </a:solidFill>
                <a:uFill>
                  <a:solidFill>
                    <a:srgbClr val="0563C0"/>
                  </a:solidFill>
                </a:uFill>
                <a:latin typeface="Times New Roman"/>
                <a:cs typeface="Times New Roman"/>
                <a:hlinkClick r:id="rId3"/>
              </a:rPr>
              <a:t>Lesson</a:t>
            </a:r>
            <a:r>
              <a:rPr dirty="0" u="sng" sz="1200" spc="-20">
                <a:solidFill>
                  <a:srgbClr val="0563C0"/>
                </a:solidFill>
                <a:uFill>
                  <a:solidFill>
                    <a:srgbClr val="0563C0"/>
                  </a:solidFill>
                </a:uFill>
                <a:latin typeface="Times New Roman"/>
                <a:cs typeface="Times New Roman"/>
                <a:hlinkClick r:id="rId3"/>
              </a:rPr>
              <a:t> </a:t>
            </a:r>
            <a:r>
              <a:rPr dirty="0" u="sng" sz="1200">
                <a:solidFill>
                  <a:srgbClr val="0563C0"/>
                </a:solidFill>
                <a:uFill>
                  <a:solidFill>
                    <a:srgbClr val="0563C0"/>
                  </a:solidFill>
                </a:uFill>
                <a:latin typeface="Times New Roman"/>
                <a:cs typeface="Times New Roman"/>
                <a:hlinkClick r:id="rId3"/>
              </a:rPr>
              <a:t>3.</a:t>
            </a:r>
            <a:r>
              <a:rPr dirty="0" u="sng" sz="1200" spc="-20">
                <a:solidFill>
                  <a:srgbClr val="0563C0"/>
                </a:solidFill>
                <a:uFill>
                  <a:solidFill>
                    <a:srgbClr val="0563C0"/>
                  </a:solidFill>
                </a:uFill>
                <a:latin typeface="Times New Roman"/>
                <a:cs typeface="Times New Roman"/>
                <a:hlinkClick r:id="rId3"/>
              </a:rPr>
              <a:t> </a:t>
            </a:r>
            <a:r>
              <a:rPr dirty="0" u="sng" sz="1200">
                <a:solidFill>
                  <a:srgbClr val="0563C0"/>
                </a:solidFill>
                <a:uFill>
                  <a:solidFill>
                    <a:srgbClr val="0563C0"/>
                  </a:solidFill>
                </a:uFill>
                <a:latin typeface="Times New Roman"/>
                <a:cs typeface="Times New Roman"/>
                <a:hlinkClick r:id="rId3"/>
              </a:rPr>
              <a:t>TYPES</a:t>
            </a:r>
            <a:r>
              <a:rPr dirty="0" u="sng" sz="1200" spc="-20">
                <a:solidFill>
                  <a:srgbClr val="0563C0"/>
                </a:solidFill>
                <a:uFill>
                  <a:solidFill>
                    <a:srgbClr val="0563C0"/>
                  </a:solidFill>
                </a:uFill>
                <a:latin typeface="Times New Roman"/>
                <a:cs typeface="Times New Roman"/>
                <a:hlinkClick r:id="rId3"/>
              </a:rPr>
              <a:t> </a:t>
            </a:r>
            <a:r>
              <a:rPr dirty="0" u="sng" sz="1200">
                <a:solidFill>
                  <a:srgbClr val="0563C0"/>
                </a:solidFill>
                <a:uFill>
                  <a:solidFill>
                    <a:srgbClr val="0563C0"/>
                  </a:solidFill>
                </a:uFill>
                <a:latin typeface="Times New Roman"/>
                <a:cs typeface="Times New Roman"/>
                <a:hlinkClick r:id="rId3"/>
              </a:rPr>
              <a:t>OF</a:t>
            </a:r>
            <a:r>
              <a:rPr dirty="0" u="sng" sz="1200" spc="-20">
                <a:solidFill>
                  <a:srgbClr val="0563C0"/>
                </a:solidFill>
                <a:uFill>
                  <a:solidFill>
                    <a:srgbClr val="0563C0"/>
                  </a:solidFill>
                </a:uFill>
                <a:latin typeface="Times New Roman"/>
                <a:cs typeface="Times New Roman"/>
                <a:hlinkClick r:id="rId3"/>
              </a:rPr>
              <a:t> </a:t>
            </a:r>
            <a:r>
              <a:rPr dirty="0" u="sng" sz="1200">
                <a:solidFill>
                  <a:srgbClr val="0563C0"/>
                </a:solidFill>
                <a:uFill>
                  <a:solidFill>
                    <a:srgbClr val="0563C0"/>
                  </a:solidFill>
                </a:uFill>
                <a:latin typeface="Times New Roman"/>
                <a:cs typeface="Times New Roman"/>
                <a:hlinkClick r:id="rId3"/>
              </a:rPr>
              <a:t>INFORMATION</a:t>
            </a:r>
            <a:r>
              <a:rPr dirty="0" u="sng" sz="1200" spc="-20">
                <a:solidFill>
                  <a:srgbClr val="0563C0"/>
                </a:solidFill>
                <a:uFill>
                  <a:solidFill>
                    <a:srgbClr val="0563C0"/>
                  </a:solidFill>
                </a:uFill>
                <a:latin typeface="Times New Roman"/>
                <a:cs typeface="Times New Roman"/>
                <a:hlinkClick r:id="rId3"/>
              </a:rPr>
              <a:t> </a:t>
            </a:r>
            <a:r>
              <a:rPr dirty="0" u="sng" sz="1200">
                <a:solidFill>
                  <a:srgbClr val="0563C0"/>
                </a:solidFill>
                <a:uFill>
                  <a:solidFill>
                    <a:srgbClr val="0563C0"/>
                  </a:solidFill>
                </a:uFill>
                <a:latin typeface="Times New Roman"/>
                <a:cs typeface="Times New Roman"/>
                <a:hlinkClick r:id="rId3"/>
              </a:rPr>
              <a:t>SYSTEMS</a:t>
            </a:r>
            <a:r>
              <a:rPr dirty="0" u="sng" sz="1200" spc="-20">
                <a:solidFill>
                  <a:srgbClr val="0563C0"/>
                </a:solidFill>
                <a:uFill>
                  <a:solidFill>
                    <a:srgbClr val="0563C0"/>
                  </a:solidFill>
                </a:uFill>
                <a:latin typeface="Times New Roman"/>
                <a:cs typeface="Times New Roman"/>
                <a:hlinkClick r:id="rId3"/>
              </a:rPr>
              <a:t> </a:t>
            </a:r>
            <a:r>
              <a:rPr dirty="0" u="sng" sz="1200" spc="-10">
                <a:solidFill>
                  <a:srgbClr val="0563C0"/>
                </a:solidFill>
                <a:uFill>
                  <a:solidFill>
                    <a:srgbClr val="0563C0"/>
                  </a:solidFill>
                </a:uFill>
                <a:latin typeface="Times New Roman"/>
                <a:cs typeface="Times New Roman"/>
                <a:hlinkClick r:id="rId3"/>
              </a:rPr>
              <a:t>(iasri.res.in)</a:t>
            </a:r>
            <a:r>
              <a:rPr dirty="0" sz="1200" spc="-10">
                <a:solidFill>
                  <a:srgbClr val="0563C0"/>
                </a:solidFill>
                <a:latin typeface="Times New Roman"/>
                <a:cs typeface="Times New Roman"/>
              </a:rPr>
              <a:t> </a:t>
            </a:r>
            <a:r>
              <a:rPr dirty="0" u="sng" sz="1200">
                <a:solidFill>
                  <a:srgbClr val="0563C0"/>
                </a:solidFill>
                <a:uFill>
                  <a:solidFill>
                    <a:srgbClr val="0563C0"/>
                  </a:solidFill>
                </a:uFill>
                <a:latin typeface="Times New Roman"/>
                <a:cs typeface="Times New Roman"/>
              </a:rPr>
              <a:t>Systems</a:t>
            </a:r>
            <a:r>
              <a:rPr dirty="0" u="sng" sz="1200" spc="-40">
                <a:solidFill>
                  <a:srgbClr val="0563C0"/>
                </a:solidFill>
                <a:uFill>
                  <a:solidFill>
                    <a:srgbClr val="0563C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200">
                <a:solidFill>
                  <a:srgbClr val="0563C0"/>
                </a:solidFill>
                <a:uFill>
                  <a:solidFill>
                    <a:srgbClr val="0563C0"/>
                  </a:solidFill>
                </a:uFill>
                <a:latin typeface="Times New Roman"/>
                <a:cs typeface="Times New Roman"/>
              </a:rPr>
              <a:t>Analysis</a:t>
            </a:r>
            <a:r>
              <a:rPr dirty="0" u="sng" sz="1200" spc="-35">
                <a:solidFill>
                  <a:srgbClr val="0563C0"/>
                </a:solidFill>
                <a:uFill>
                  <a:solidFill>
                    <a:srgbClr val="0563C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200">
                <a:solidFill>
                  <a:srgbClr val="0563C0"/>
                </a:solidFill>
                <a:uFill>
                  <a:solidFill>
                    <a:srgbClr val="0563C0"/>
                  </a:solidFill>
                </a:uFill>
                <a:latin typeface="Times New Roman"/>
                <a:cs typeface="Times New Roman"/>
              </a:rPr>
              <a:t>and</a:t>
            </a:r>
            <a:r>
              <a:rPr dirty="0" u="sng" sz="1200" spc="-35">
                <a:solidFill>
                  <a:srgbClr val="0563C0"/>
                </a:solidFill>
                <a:uFill>
                  <a:solidFill>
                    <a:srgbClr val="0563C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200" spc="-10">
                <a:solidFill>
                  <a:srgbClr val="0563C0"/>
                </a:solidFill>
                <a:uFill>
                  <a:solidFill>
                    <a:srgbClr val="0563C0"/>
                  </a:solidFill>
                </a:uFill>
                <a:latin typeface="Times New Roman"/>
                <a:cs typeface="Times New Roman"/>
              </a:rPr>
              <a:t>Design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630"/>
              </a:spcBef>
            </a:pPr>
            <a:r>
              <a:rPr dirty="0" u="sng" sz="1200">
                <a:solidFill>
                  <a:srgbClr val="0563C0"/>
                </a:solidFill>
                <a:uFill>
                  <a:solidFill>
                    <a:srgbClr val="0563C0"/>
                  </a:solidFill>
                </a:uFill>
                <a:latin typeface="Times New Roman"/>
                <a:cs typeface="Times New Roman"/>
                <a:hlinkClick r:id="rId4"/>
              </a:rPr>
              <a:t>Decision</a:t>
            </a:r>
            <a:r>
              <a:rPr dirty="0" u="sng" sz="1200" spc="-35">
                <a:solidFill>
                  <a:srgbClr val="0563C0"/>
                </a:solidFill>
                <a:uFill>
                  <a:solidFill>
                    <a:srgbClr val="0563C0"/>
                  </a:solidFill>
                </a:uFill>
                <a:latin typeface="Times New Roman"/>
                <a:cs typeface="Times New Roman"/>
                <a:hlinkClick r:id="rId4"/>
              </a:rPr>
              <a:t> </a:t>
            </a:r>
            <a:r>
              <a:rPr dirty="0" u="sng" sz="1200">
                <a:solidFill>
                  <a:srgbClr val="0563C0"/>
                </a:solidFill>
                <a:uFill>
                  <a:solidFill>
                    <a:srgbClr val="0563C0"/>
                  </a:solidFill>
                </a:uFill>
                <a:latin typeface="Times New Roman"/>
                <a:cs typeface="Times New Roman"/>
                <a:hlinkClick r:id="rId4"/>
              </a:rPr>
              <a:t>Support</a:t>
            </a:r>
            <a:r>
              <a:rPr dirty="0" u="sng" sz="1200" spc="-35">
                <a:solidFill>
                  <a:srgbClr val="0563C0"/>
                </a:solidFill>
                <a:uFill>
                  <a:solidFill>
                    <a:srgbClr val="0563C0"/>
                  </a:solidFill>
                </a:uFill>
                <a:latin typeface="Times New Roman"/>
                <a:cs typeface="Times New Roman"/>
                <a:hlinkClick r:id="rId4"/>
              </a:rPr>
              <a:t> </a:t>
            </a:r>
            <a:r>
              <a:rPr dirty="0" u="sng" sz="1200">
                <a:solidFill>
                  <a:srgbClr val="0563C0"/>
                </a:solidFill>
                <a:uFill>
                  <a:solidFill>
                    <a:srgbClr val="0563C0"/>
                  </a:solidFill>
                </a:uFill>
                <a:latin typeface="Times New Roman"/>
                <a:cs typeface="Times New Roman"/>
                <a:hlinkClick r:id="rId4"/>
              </a:rPr>
              <a:t>System</a:t>
            </a:r>
            <a:r>
              <a:rPr dirty="0" u="sng" sz="1200" spc="-35">
                <a:solidFill>
                  <a:srgbClr val="0563C0"/>
                </a:solidFill>
                <a:uFill>
                  <a:solidFill>
                    <a:srgbClr val="0563C0"/>
                  </a:solidFill>
                </a:uFill>
                <a:latin typeface="Times New Roman"/>
                <a:cs typeface="Times New Roman"/>
                <a:hlinkClick r:id="rId4"/>
              </a:rPr>
              <a:t> </a:t>
            </a:r>
            <a:r>
              <a:rPr dirty="0" u="sng" sz="1200">
                <a:solidFill>
                  <a:srgbClr val="0563C0"/>
                </a:solidFill>
                <a:uFill>
                  <a:solidFill>
                    <a:srgbClr val="0563C0"/>
                  </a:solidFill>
                </a:uFill>
                <a:latin typeface="Times New Roman"/>
                <a:cs typeface="Times New Roman"/>
                <a:hlinkClick r:id="rId4"/>
              </a:rPr>
              <a:t>(DSS)</a:t>
            </a:r>
            <a:r>
              <a:rPr dirty="0" u="sng" sz="1200" spc="-35">
                <a:solidFill>
                  <a:srgbClr val="0563C0"/>
                </a:solidFill>
                <a:uFill>
                  <a:solidFill>
                    <a:srgbClr val="0563C0"/>
                  </a:solidFill>
                </a:uFill>
                <a:latin typeface="Times New Roman"/>
                <a:cs typeface="Times New Roman"/>
                <a:hlinkClick r:id="rId4"/>
              </a:rPr>
              <a:t> </a:t>
            </a:r>
            <a:r>
              <a:rPr dirty="0" u="sng" sz="1200">
                <a:solidFill>
                  <a:srgbClr val="0563C0"/>
                </a:solidFill>
                <a:uFill>
                  <a:solidFill>
                    <a:srgbClr val="0563C0"/>
                  </a:solidFill>
                </a:uFill>
                <a:latin typeface="Times New Roman"/>
                <a:cs typeface="Times New Roman"/>
                <a:hlinkClick r:id="rId4"/>
              </a:rPr>
              <a:t>-</a:t>
            </a:r>
            <a:r>
              <a:rPr dirty="0" u="sng" sz="1200" spc="-35">
                <a:solidFill>
                  <a:srgbClr val="0563C0"/>
                </a:solidFill>
                <a:uFill>
                  <a:solidFill>
                    <a:srgbClr val="0563C0"/>
                  </a:solidFill>
                </a:uFill>
                <a:latin typeface="Times New Roman"/>
                <a:cs typeface="Times New Roman"/>
                <a:hlinkClick r:id="rId4"/>
              </a:rPr>
              <a:t> </a:t>
            </a:r>
            <a:r>
              <a:rPr dirty="0" u="sng" sz="1200">
                <a:solidFill>
                  <a:srgbClr val="0563C0"/>
                </a:solidFill>
                <a:uFill>
                  <a:solidFill>
                    <a:srgbClr val="0563C0"/>
                  </a:solidFill>
                </a:uFill>
                <a:latin typeface="Times New Roman"/>
                <a:cs typeface="Times New Roman"/>
                <a:hlinkClick r:id="rId4"/>
              </a:rPr>
              <a:t>Overview,</a:t>
            </a:r>
            <a:r>
              <a:rPr dirty="0" u="sng" sz="1200" spc="-35">
                <a:solidFill>
                  <a:srgbClr val="0563C0"/>
                </a:solidFill>
                <a:uFill>
                  <a:solidFill>
                    <a:srgbClr val="0563C0"/>
                  </a:solidFill>
                </a:uFill>
                <a:latin typeface="Times New Roman"/>
                <a:cs typeface="Times New Roman"/>
                <a:hlinkClick r:id="rId4"/>
              </a:rPr>
              <a:t> </a:t>
            </a:r>
            <a:r>
              <a:rPr dirty="0" u="sng" sz="1200">
                <a:solidFill>
                  <a:srgbClr val="0563C0"/>
                </a:solidFill>
                <a:uFill>
                  <a:solidFill>
                    <a:srgbClr val="0563C0"/>
                  </a:solidFill>
                </a:uFill>
                <a:latin typeface="Times New Roman"/>
                <a:cs typeface="Times New Roman"/>
                <a:hlinkClick r:id="rId4"/>
              </a:rPr>
              <a:t>Components,</a:t>
            </a:r>
            <a:r>
              <a:rPr dirty="0" u="sng" sz="1200" spc="-35">
                <a:solidFill>
                  <a:srgbClr val="0563C0"/>
                </a:solidFill>
                <a:uFill>
                  <a:solidFill>
                    <a:srgbClr val="0563C0"/>
                  </a:solidFill>
                </a:uFill>
                <a:latin typeface="Times New Roman"/>
                <a:cs typeface="Times New Roman"/>
                <a:hlinkClick r:id="rId4"/>
              </a:rPr>
              <a:t> </a:t>
            </a:r>
            <a:r>
              <a:rPr dirty="0" u="sng" sz="1200">
                <a:solidFill>
                  <a:srgbClr val="0563C0"/>
                </a:solidFill>
                <a:uFill>
                  <a:solidFill>
                    <a:srgbClr val="0563C0"/>
                  </a:solidFill>
                </a:uFill>
                <a:latin typeface="Times New Roman"/>
                <a:cs typeface="Times New Roman"/>
                <a:hlinkClick r:id="rId4"/>
              </a:rPr>
              <a:t>Types</a:t>
            </a:r>
            <a:r>
              <a:rPr dirty="0" u="sng" sz="1200" spc="-35">
                <a:solidFill>
                  <a:srgbClr val="0563C0"/>
                </a:solidFill>
                <a:uFill>
                  <a:solidFill>
                    <a:srgbClr val="0563C0"/>
                  </a:solidFill>
                </a:uFill>
                <a:latin typeface="Times New Roman"/>
                <a:cs typeface="Times New Roman"/>
                <a:hlinkClick r:id="rId4"/>
              </a:rPr>
              <a:t> </a:t>
            </a:r>
            <a:r>
              <a:rPr dirty="0" u="sng" sz="1200" spc="-10">
                <a:solidFill>
                  <a:srgbClr val="0563C0"/>
                </a:solidFill>
                <a:uFill>
                  <a:solidFill>
                    <a:srgbClr val="0563C0"/>
                  </a:solidFill>
                </a:uFill>
                <a:latin typeface="Times New Roman"/>
                <a:cs typeface="Times New Roman"/>
                <a:hlinkClick r:id="rId4"/>
              </a:rPr>
              <a:t>(corporatefinanceinstitute.com)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10" name="object 10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410"/>
              </a:lnSpc>
            </a:pPr>
            <a:fld id="{81D60167-4931-47E6-BA6A-407CBD079E47}" type="slidenum">
              <a:rPr dirty="0">
                <a:solidFill>
                  <a:srgbClr val="000000"/>
                </a:solidFill>
              </a:rPr>
              <a:t>1</a:t>
            </a:fld>
            <a:r>
              <a:rPr dirty="0" spc="-5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| </a:t>
            </a:r>
            <a:r>
              <a:rPr dirty="0"/>
              <a:t>P a g </a:t>
            </a:r>
            <a:r>
              <a:rPr dirty="0" spc="-50"/>
              <a:t>e</a:t>
            </a:r>
          </a:p>
        </p:txBody>
      </p:sp>
      <p:sp>
        <p:nvSpPr>
          <p:cNvPr id="7" name="object 7" descr=""/>
          <p:cNvSpPr txBox="1"/>
          <p:nvPr/>
        </p:nvSpPr>
        <p:spPr>
          <a:xfrm>
            <a:off x="815022" y="9090647"/>
            <a:ext cx="79946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Times New Roman"/>
                <a:cs typeface="Times New Roman"/>
              </a:rPr>
              <a:t>Prepared</a:t>
            </a:r>
            <a:r>
              <a:rPr dirty="0" sz="1200" spc="-60">
                <a:latin typeface="Times New Roman"/>
                <a:cs typeface="Times New Roman"/>
              </a:rPr>
              <a:t> </a:t>
            </a:r>
            <a:r>
              <a:rPr dirty="0" sz="1200" spc="-25">
                <a:latin typeface="Times New Roman"/>
                <a:cs typeface="Times New Roman"/>
              </a:rPr>
              <a:t>by: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4453572" y="9071995"/>
            <a:ext cx="2251075" cy="833755"/>
          </a:xfrm>
          <a:prstGeom prst="rect">
            <a:avLst/>
          </a:prstGeom>
        </p:spPr>
        <p:txBody>
          <a:bodyPr wrap="square" lIns="0" tIns="3111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45"/>
              </a:spcBef>
            </a:pPr>
            <a:r>
              <a:rPr dirty="0" sz="1200" b="1">
                <a:latin typeface="Times New Roman"/>
                <a:cs typeface="Times New Roman"/>
              </a:rPr>
              <a:t>HAYDEE</a:t>
            </a:r>
            <a:r>
              <a:rPr dirty="0" sz="1200" spc="-20" b="1">
                <a:latin typeface="Times New Roman"/>
                <a:cs typeface="Times New Roman"/>
              </a:rPr>
              <a:t> </a:t>
            </a:r>
            <a:r>
              <a:rPr dirty="0" sz="1200" b="1">
                <a:latin typeface="Times New Roman"/>
                <a:cs typeface="Times New Roman"/>
              </a:rPr>
              <a:t>C.</a:t>
            </a:r>
            <a:r>
              <a:rPr dirty="0" sz="1200" spc="-10" b="1">
                <a:latin typeface="Times New Roman"/>
                <a:cs typeface="Times New Roman"/>
              </a:rPr>
              <a:t> </a:t>
            </a:r>
            <a:r>
              <a:rPr dirty="0" sz="1200" spc="-20" b="1">
                <a:latin typeface="Times New Roman"/>
                <a:cs typeface="Times New Roman"/>
              </a:rPr>
              <a:t>BADUA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45"/>
              </a:spcBef>
            </a:pPr>
            <a:r>
              <a:rPr dirty="0" sz="1200">
                <a:latin typeface="Times New Roman"/>
                <a:cs typeface="Times New Roman"/>
              </a:rPr>
              <a:t>Name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of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Writer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60"/>
              </a:spcBef>
            </a:pPr>
            <a:r>
              <a:rPr dirty="0" sz="1200" b="1">
                <a:latin typeface="Times New Roman"/>
                <a:cs typeface="Times New Roman"/>
              </a:rPr>
              <a:t>LABERNE</a:t>
            </a:r>
            <a:r>
              <a:rPr dirty="0" sz="1200" spc="-5" b="1">
                <a:latin typeface="Times New Roman"/>
                <a:cs typeface="Times New Roman"/>
              </a:rPr>
              <a:t> </a:t>
            </a:r>
            <a:r>
              <a:rPr dirty="0" sz="1200" b="1">
                <a:latin typeface="Times New Roman"/>
                <a:cs typeface="Times New Roman"/>
              </a:rPr>
              <a:t>A.</a:t>
            </a:r>
            <a:r>
              <a:rPr dirty="0" sz="1200" spc="-5" b="1">
                <a:latin typeface="Times New Roman"/>
                <a:cs typeface="Times New Roman"/>
              </a:rPr>
              <a:t> </a:t>
            </a:r>
            <a:r>
              <a:rPr dirty="0" sz="1200" b="1">
                <a:latin typeface="Times New Roman"/>
                <a:cs typeface="Times New Roman"/>
              </a:rPr>
              <a:t>LADIGNON,</a:t>
            </a:r>
            <a:r>
              <a:rPr dirty="0" sz="1200" spc="-5" b="1">
                <a:latin typeface="Times New Roman"/>
                <a:cs typeface="Times New Roman"/>
              </a:rPr>
              <a:t> </a:t>
            </a:r>
            <a:r>
              <a:rPr dirty="0" sz="1200" spc="-25" b="1">
                <a:latin typeface="Times New Roman"/>
                <a:cs typeface="Times New Roman"/>
              </a:rPr>
              <a:t>JR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dirty="0" sz="1200">
                <a:latin typeface="Times New Roman"/>
                <a:cs typeface="Times New Roman"/>
              </a:rPr>
              <a:t>Division</a:t>
            </a:r>
            <a:r>
              <a:rPr dirty="0" sz="1200" spc="-1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ICT</a:t>
            </a:r>
            <a:r>
              <a:rPr dirty="0" sz="1200" spc="-10">
                <a:latin typeface="Times New Roman"/>
                <a:cs typeface="Times New Roman"/>
              </a:rPr>
              <a:t> Coordinator/ </a:t>
            </a:r>
            <a:r>
              <a:rPr dirty="0" sz="1200">
                <a:latin typeface="Times New Roman"/>
                <a:cs typeface="Times New Roman"/>
              </a:rPr>
              <a:t>OIC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 spc="-25">
                <a:latin typeface="Times New Roman"/>
                <a:cs typeface="Times New Roman"/>
              </a:rPr>
              <a:t>EPS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815022" y="9495268"/>
            <a:ext cx="62992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Times New Roman"/>
                <a:cs typeface="Times New Roman"/>
              </a:rPr>
              <a:t>Noted</a:t>
            </a:r>
            <a:r>
              <a:rPr dirty="0" sz="1200" spc="-40">
                <a:latin typeface="Times New Roman"/>
                <a:cs typeface="Times New Roman"/>
              </a:rPr>
              <a:t> </a:t>
            </a:r>
            <a:r>
              <a:rPr dirty="0" sz="1200" spc="-25">
                <a:latin typeface="Times New Roman"/>
                <a:cs typeface="Times New Roman"/>
              </a:rPr>
              <a:t>by:</a:t>
            </a:r>
            <a:endParaRPr sz="1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410"/>
              </a:lnSpc>
            </a:pPr>
            <a:fld id="{81D60167-4931-47E6-BA6A-407CBD079E47}" type="slidenum">
              <a:rPr dirty="0">
                <a:solidFill>
                  <a:srgbClr val="000000"/>
                </a:solidFill>
              </a:rPr>
              <a:t>1</a:t>
            </a:fld>
            <a:r>
              <a:rPr dirty="0" spc="-5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| </a:t>
            </a:r>
            <a:r>
              <a:rPr dirty="0"/>
              <a:t>P a g </a:t>
            </a:r>
            <a:r>
              <a:rPr dirty="0" spc="-50"/>
              <a:t>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563C0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2026-01-09T14:37:23Z</dcterms:created>
  <dcterms:modified xsi:type="dcterms:W3CDTF">2026-01-09T14:37:23Z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2026-01-09T00:00:00Z</vt:filetime>
  </property>
  <property fmtid="{D5CDD505-2E9C-101B-9397-08002B2CF9AE}" pid="3" name="Creator">
    <vt:lpwstr>www.smallpdf.com</vt:lpwstr>
  </property>
  <property fmtid="{D5CDD505-2E9C-101B-9397-08002B2CF9AE}" pid="4" name="LastSaved">
    <vt:filetime>2026-01-09T00:00:00Z</vt:filetime>
  </property>
  <property fmtid="{D5CDD505-2E9C-101B-9397-08002B2CF9AE}" pid="5" name="Producer">
    <vt:lpwstr>3-Heights(TM) PDF Security Shell 4.8.25.2 (http://www.pdf-tools.com)</vt:lpwstr>
  </property>
</Properties>
</file>